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1"/>
  </p:notesMasterIdLst>
  <p:sldIdLst>
    <p:sldId id="718" r:id="rId3"/>
    <p:sldId id="260" r:id="rId4"/>
    <p:sldId id="720" r:id="rId5"/>
    <p:sldId id="269" r:id="rId6"/>
    <p:sldId id="263" r:id="rId7"/>
    <p:sldId id="271" r:id="rId8"/>
    <p:sldId id="258" r:id="rId9"/>
    <p:sldId id="259" r:id="rId10"/>
    <p:sldId id="268" r:id="rId11"/>
    <p:sldId id="265" r:id="rId12"/>
    <p:sldId id="272" r:id="rId13"/>
    <p:sldId id="256" r:id="rId14"/>
    <p:sldId id="273" r:id="rId15"/>
    <p:sldId id="274" r:id="rId16"/>
    <p:sldId id="275" r:id="rId17"/>
    <p:sldId id="261" r:id="rId18"/>
    <p:sldId id="257" r:id="rId19"/>
    <p:sldId id="736" r:id="rId20"/>
    <p:sldId id="737" r:id="rId21"/>
    <p:sldId id="722" r:id="rId22"/>
    <p:sldId id="723" r:id="rId23"/>
    <p:sldId id="733" r:id="rId24"/>
    <p:sldId id="734" r:id="rId25"/>
    <p:sldId id="735" r:id="rId26"/>
    <p:sldId id="724" r:id="rId27"/>
    <p:sldId id="729" r:id="rId28"/>
    <p:sldId id="725" r:id="rId29"/>
    <p:sldId id="726" r:id="rId30"/>
    <p:sldId id="748" r:id="rId31"/>
    <p:sldId id="747" r:id="rId32"/>
    <p:sldId id="749" r:id="rId33"/>
    <p:sldId id="715" r:id="rId34"/>
    <p:sldId id="738" r:id="rId35"/>
    <p:sldId id="716" r:id="rId36"/>
    <p:sldId id="750" r:id="rId37"/>
    <p:sldId id="751" r:id="rId38"/>
    <p:sldId id="752" r:id="rId39"/>
    <p:sldId id="719" r:id="rId40"/>
    <p:sldId id="739" r:id="rId41"/>
    <p:sldId id="740" r:id="rId42"/>
    <p:sldId id="741" r:id="rId43"/>
    <p:sldId id="745" r:id="rId44"/>
    <p:sldId id="746" r:id="rId45"/>
    <p:sldId id="753" r:id="rId46"/>
    <p:sldId id="755" r:id="rId47"/>
    <p:sldId id="754" r:id="rId48"/>
    <p:sldId id="756" r:id="rId49"/>
    <p:sldId id="74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CD49A-5850-41F2-808E-8DDA46BCF28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9641E7-03BF-4308-92D5-BA5D067C50A5}">
      <dgm:prSet/>
      <dgm:spPr/>
      <dgm:t>
        <a:bodyPr/>
        <a:lstStyle/>
        <a:p>
          <a:r>
            <a:rPr lang="ko-KR" dirty="0"/>
            <a:t>화려한 비주얼로 플레이어를 매료시킬 수 있다</a:t>
          </a:r>
          <a:r>
            <a:rPr lang="en-MY" altLang="ko-KR" dirty="0"/>
            <a:t>.</a:t>
          </a:r>
          <a:endParaRPr lang="en-US" dirty="0"/>
        </a:p>
      </dgm:t>
    </dgm:pt>
    <dgm:pt modelId="{9C996516-A305-40BA-8438-D7AFC2BA18FA}" type="parTrans" cxnId="{CAD057E5-76FC-4CBC-BFF3-9D4ABBF82819}">
      <dgm:prSet/>
      <dgm:spPr/>
      <dgm:t>
        <a:bodyPr/>
        <a:lstStyle/>
        <a:p>
          <a:endParaRPr lang="en-US"/>
        </a:p>
      </dgm:t>
    </dgm:pt>
    <dgm:pt modelId="{811AD4F5-FEF7-425B-BBF2-B38720988D75}" type="sibTrans" cxnId="{CAD057E5-76FC-4CBC-BFF3-9D4ABBF82819}">
      <dgm:prSet/>
      <dgm:spPr/>
      <dgm:t>
        <a:bodyPr/>
        <a:lstStyle/>
        <a:p>
          <a:endParaRPr lang="en-US"/>
        </a:p>
      </dgm:t>
    </dgm:pt>
    <dgm:pt modelId="{E22F2A16-9817-45FB-B280-C5FEE60075DF}">
      <dgm:prSet/>
      <dgm:spPr/>
      <dgm:t>
        <a:bodyPr/>
        <a:lstStyle/>
        <a:p>
          <a:r>
            <a:rPr lang="ko-KR" dirty="0"/>
            <a:t>게임을 다시 할 수 있는 파워 업 기능이 있다</a:t>
          </a:r>
          <a:r>
            <a:rPr lang="en-MY" altLang="ko-KR" dirty="0"/>
            <a:t>.</a:t>
          </a:r>
          <a:endParaRPr lang="en-US" dirty="0"/>
        </a:p>
      </dgm:t>
    </dgm:pt>
    <dgm:pt modelId="{7B3CD8FA-01B9-430B-B6C4-F508408E9E0E}" type="parTrans" cxnId="{0A8A467C-4E1E-4EF2-84CD-2461A43D6CEF}">
      <dgm:prSet/>
      <dgm:spPr/>
      <dgm:t>
        <a:bodyPr/>
        <a:lstStyle/>
        <a:p>
          <a:endParaRPr lang="en-US"/>
        </a:p>
      </dgm:t>
    </dgm:pt>
    <dgm:pt modelId="{8054D63D-8AC7-4FD1-901D-CD09E1215528}" type="sibTrans" cxnId="{0A8A467C-4E1E-4EF2-84CD-2461A43D6CEF}">
      <dgm:prSet/>
      <dgm:spPr/>
      <dgm:t>
        <a:bodyPr/>
        <a:lstStyle/>
        <a:p>
          <a:endParaRPr lang="en-US"/>
        </a:p>
      </dgm:t>
    </dgm:pt>
    <dgm:pt modelId="{2E68923A-89BD-43A4-A5A2-E630CF51614A}">
      <dgm:prSet/>
      <dgm:spPr/>
      <dgm:t>
        <a:bodyPr/>
        <a:lstStyle/>
        <a:p>
          <a:r>
            <a:rPr lang="ko-KR" dirty="0"/>
            <a:t>게임을 더 어렵게 만들 많은 종류의 적들이 있다</a:t>
          </a:r>
          <a:r>
            <a:rPr lang="en-MY" altLang="ko-KR" dirty="0"/>
            <a:t>.</a:t>
          </a:r>
          <a:endParaRPr lang="en-US" dirty="0"/>
        </a:p>
      </dgm:t>
    </dgm:pt>
    <dgm:pt modelId="{42C3A474-8487-498D-9FFF-F3FB83E40E64}" type="parTrans" cxnId="{C4259E73-7D38-401E-BB17-F8204CD5D48D}">
      <dgm:prSet/>
      <dgm:spPr/>
      <dgm:t>
        <a:bodyPr/>
        <a:lstStyle/>
        <a:p>
          <a:endParaRPr lang="en-US"/>
        </a:p>
      </dgm:t>
    </dgm:pt>
    <dgm:pt modelId="{D69635C2-DCFD-49D2-8EAB-1763F7ACD4C0}" type="sibTrans" cxnId="{C4259E73-7D38-401E-BB17-F8204CD5D48D}">
      <dgm:prSet/>
      <dgm:spPr/>
      <dgm:t>
        <a:bodyPr/>
        <a:lstStyle/>
        <a:p>
          <a:endParaRPr lang="en-US"/>
        </a:p>
      </dgm:t>
    </dgm:pt>
    <dgm:pt modelId="{67CC74FC-A707-43C1-800B-2CDE2572F4B7}">
      <dgm:prSet/>
      <dgm:spPr/>
      <dgm:t>
        <a:bodyPr/>
        <a:lstStyle/>
        <a:p>
          <a:r>
            <a:rPr lang="ko-KR" dirty="0"/>
            <a:t>자체 선박을 변경</a:t>
          </a:r>
          <a:r>
            <a:rPr lang="en-US" dirty="0"/>
            <a:t>/</a:t>
          </a:r>
          <a:r>
            <a:rPr lang="ko-KR" dirty="0"/>
            <a:t>업그레이드하여 플레이어가 레벨을 보다 쉽게 통과할 수 있도록 지원하다</a:t>
          </a:r>
          <a:r>
            <a:rPr lang="en-MY" altLang="ko-KR" dirty="0"/>
            <a:t>.</a:t>
          </a:r>
          <a:endParaRPr lang="en-US" dirty="0"/>
        </a:p>
      </dgm:t>
    </dgm:pt>
    <dgm:pt modelId="{24A06EEB-BF24-46CA-8717-DB10E6662220}" type="parTrans" cxnId="{76437477-9967-4DAA-893B-AAA4E405A366}">
      <dgm:prSet/>
      <dgm:spPr/>
      <dgm:t>
        <a:bodyPr/>
        <a:lstStyle/>
        <a:p>
          <a:endParaRPr lang="en-US"/>
        </a:p>
      </dgm:t>
    </dgm:pt>
    <dgm:pt modelId="{47957907-2AE0-4E08-BD1D-93EE88DCD47D}" type="sibTrans" cxnId="{76437477-9967-4DAA-893B-AAA4E405A366}">
      <dgm:prSet/>
      <dgm:spPr/>
      <dgm:t>
        <a:bodyPr/>
        <a:lstStyle/>
        <a:p>
          <a:endParaRPr lang="en-US"/>
        </a:p>
      </dgm:t>
    </dgm:pt>
    <dgm:pt modelId="{66742142-89B7-4BCD-A813-6824E4F7C026}">
      <dgm:prSet/>
      <dgm:spPr/>
      <dgm:t>
        <a:bodyPr/>
        <a:lstStyle/>
        <a:p>
          <a:r>
            <a:rPr lang="ko-KR" dirty="0"/>
            <a:t>플레이어가 다시 시작하기 전에 몇 번의 기회를 가질 수 있도록 몇 가지 라이프 포인트가 있다</a:t>
          </a:r>
          <a:r>
            <a:rPr lang="en-MY" altLang="ko-KR" dirty="0"/>
            <a:t>.</a:t>
          </a:r>
          <a:endParaRPr lang="en-US" dirty="0"/>
        </a:p>
      </dgm:t>
    </dgm:pt>
    <dgm:pt modelId="{D0F8CF9B-8C30-47D5-B5BB-4A8D4420DF28}" type="parTrans" cxnId="{679CE467-11AD-461B-B896-6E0DF0CD1FB4}">
      <dgm:prSet/>
      <dgm:spPr/>
      <dgm:t>
        <a:bodyPr/>
        <a:lstStyle/>
        <a:p>
          <a:endParaRPr lang="en-US"/>
        </a:p>
      </dgm:t>
    </dgm:pt>
    <dgm:pt modelId="{270606B2-5CA1-4761-BB99-347F3ADD4DC7}" type="sibTrans" cxnId="{679CE467-11AD-461B-B896-6E0DF0CD1FB4}">
      <dgm:prSet/>
      <dgm:spPr/>
      <dgm:t>
        <a:bodyPr/>
        <a:lstStyle/>
        <a:p>
          <a:endParaRPr lang="en-US"/>
        </a:p>
      </dgm:t>
    </dgm:pt>
    <dgm:pt modelId="{DE6F1DC4-AB93-442E-863D-1EDA09AB3AB2}" type="pres">
      <dgm:prSet presAssocID="{58CCD49A-5850-41F2-808E-8DDA46BCF282}" presName="vert0" presStyleCnt="0">
        <dgm:presLayoutVars>
          <dgm:dir/>
          <dgm:animOne val="branch"/>
          <dgm:animLvl val="lvl"/>
        </dgm:presLayoutVars>
      </dgm:prSet>
      <dgm:spPr/>
    </dgm:pt>
    <dgm:pt modelId="{5648EEE0-4423-4C88-B089-67BFB1C82AF7}" type="pres">
      <dgm:prSet presAssocID="{4F9641E7-03BF-4308-92D5-BA5D067C50A5}" presName="thickLine" presStyleLbl="alignNode1" presStyleIdx="0" presStyleCnt="5"/>
      <dgm:spPr/>
    </dgm:pt>
    <dgm:pt modelId="{4188696C-CAB4-4A50-BD1E-3CB27FFDA479}" type="pres">
      <dgm:prSet presAssocID="{4F9641E7-03BF-4308-92D5-BA5D067C50A5}" presName="horz1" presStyleCnt="0"/>
      <dgm:spPr/>
    </dgm:pt>
    <dgm:pt modelId="{B166C9D1-5A7B-47FD-84DA-D49F6B063017}" type="pres">
      <dgm:prSet presAssocID="{4F9641E7-03BF-4308-92D5-BA5D067C50A5}" presName="tx1" presStyleLbl="revTx" presStyleIdx="0" presStyleCnt="5"/>
      <dgm:spPr/>
    </dgm:pt>
    <dgm:pt modelId="{9A971796-1C32-4928-A008-AD87467B7631}" type="pres">
      <dgm:prSet presAssocID="{4F9641E7-03BF-4308-92D5-BA5D067C50A5}" presName="vert1" presStyleCnt="0"/>
      <dgm:spPr/>
    </dgm:pt>
    <dgm:pt modelId="{746BC77D-36C0-4B61-A190-0D23114A10C7}" type="pres">
      <dgm:prSet presAssocID="{E22F2A16-9817-45FB-B280-C5FEE60075DF}" presName="thickLine" presStyleLbl="alignNode1" presStyleIdx="1" presStyleCnt="5"/>
      <dgm:spPr/>
    </dgm:pt>
    <dgm:pt modelId="{AD2AD170-2A04-4F3E-B35C-2CD00D2306DC}" type="pres">
      <dgm:prSet presAssocID="{E22F2A16-9817-45FB-B280-C5FEE60075DF}" presName="horz1" presStyleCnt="0"/>
      <dgm:spPr/>
    </dgm:pt>
    <dgm:pt modelId="{93DBC3A3-81C5-48B8-B17F-2E54965F5D6E}" type="pres">
      <dgm:prSet presAssocID="{E22F2A16-9817-45FB-B280-C5FEE60075DF}" presName="tx1" presStyleLbl="revTx" presStyleIdx="1" presStyleCnt="5"/>
      <dgm:spPr/>
    </dgm:pt>
    <dgm:pt modelId="{D66ACF48-FF36-4CE4-9FAD-9AB418A465DD}" type="pres">
      <dgm:prSet presAssocID="{E22F2A16-9817-45FB-B280-C5FEE60075DF}" presName="vert1" presStyleCnt="0"/>
      <dgm:spPr/>
    </dgm:pt>
    <dgm:pt modelId="{C40C6A9E-1408-4BE7-BDCF-915D2F82DDB4}" type="pres">
      <dgm:prSet presAssocID="{2E68923A-89BD-43A4-A5A2-E630CF51614A}" presName="thickLine" presStyleLbl="alignNode1" presStyleIdx="2" presStyleCnt="5"/>
      <dgm:spPr/>
    </dgm:pt>
    <dgm:pt modelId="{2325F7C4-C7C6-4AC3-9ED1-60FACB20A39F}" type="pres">
      <dgm:prSet presAssocID="{2E68923A-89BD-43A4-A5A2-E630CF51614A}" presName="horz1" presStyleCnt="0"/>
      <dgm:spPr/>
    </dgm:pt>
    <dgm:pt modelId="{F615D6D3-DDFE-4480-BAE5-F1CA6ADB36D6}" type="pres">
      <dgm:prSet presAssocID="{2E68923A-89BD-43A4-A5A2-E630CF51614A}" presName="tx1" presStyleLbl="revTx" presStyleIdx="2" presStyleCnt="5"/>
      <dgm:spPr/>
    </dgm:pt>
    <dgm:pt modelId="{1960C4E6-6436-482B-A296-CE99742133F7}" type="pres">
      <dgm:prSet presAssocID="{2E68923A-89BD-43A4-A5A2-E630CF51614A}" presName="vert1" presStyleCnt="0"/>
      <dgm:spPr/>
    </dgm:pt>
    <dgm:pt modelId="{E114FB09-71ED-44A6-BCEC-FD10AA0BA7F2}" type="pres">
      <dgm:prSet presAssocID="{67CC74FC-A707-43C1-800B-2CDE2572F4B7}" presName="thickLine" presStyleLbl="alignNode1" presStyleIdx="3" presStyleCnt="5"/>
      <dgm:spPr/>
    </dgm:pt>
    <dgm:pt modelId="{83901828-0EFD-46D1-B408-3710641C4165}" type="pres">
      <dgm:prSet presAssocID="{67CC74FC-A707-43C1-800B-2CDE2572F4B7}" presName="horz1" presStyleCnt="0"/>
      <dgm:spPr/>
    </dgm:pt>
    <dgm:pt modelId="{2CBA5DFA-60DF-4094-883B-D407613D58F1}" type="pres">
      <dgm:prSet presAssocID="{67CC74FC-A707-43C1-800B-2CDE2572F4B7}" presName="tx1" presStyleLbl="revTx" presStyleIdx="3" presStyleCnt="5"/>
      <dgm:spPr/>
    </dgm:pt>
    <dgm:pt modelId="{C27263DF-2CEC-4DC5-89B6-9438CCFA5041}" type="pres">
      <dgm:prSet presAssocID="{67CC74FC-A707-43C1-800B-2CDE2572F4B7}" presName="vert1" presStyleCnt="0"/>
      <dgm:spPr/>
    </dgm:pt>
    <dgm:pt modelId="{D30F07DC-E913-4974-A09B-8FE48173F3FE}" type="pres">
      <dgm:prSet presAssocID="{66742142-89B7-4BCD-A813-6824E4F7C026}" presName="thickLine" presStyleLbl="alignNode1" presStyleIdx="4" presStyleCnt="5"/>
      <dgm:spPr/>
    </dgm:pt>
    <dgm:pt modelId="{B092020C-FAA5-43B8-B078-48D9D890B498}" type="pres">
      <dgm:prSet presAssocID="{66742142-89B7-4BCD-A813-6824E4F7C026}" presName="horz1" presStyleCnt="0"/>
      <dgm:spPr/>
    </dgm:pt>
    <dgm:pt modelId="{AB321D1C-CF7D-4DF4-B7EA-3D9F58809E65}" type="pres">
      <dgm:prSet presAssocID="{66742142-89B7-4BCD-A813-6824E4F7C026}" presName="tx1" presStyleLbl="revTx" presStyleIdx="4" presStyleCnt="5"/>
      <dgm:spPr/>
    </dgm:pt>
    <dgm:pt modelId="{DE4F3242-64A8-46FC-89B3-721D1CCB2352}" type="pres">
      <dgm:prSet presAssocID="{66742142-89B7-4BCD-A813-6824E4F7C026}" presName="vert1" presStyleCnt="0"/>
      <dgm:spPr/>
    </dgm:pt>
  </dgm:ptLst>
  <dgm:cxnLst>
    <dgm:cxn modelId="{679CE467-11AD-461B-B896-6E0DF0CD1FB4}" srcId="{58CCD49A-5850-41F2-808E-8DDA46BCF282}" destId="{66742142-89B7-4BCD-A813-6824E4F7C026}" srcOrd="4" destOrd="0" parTransId="{D0F8CF9B-8C30-47D5-B5BB-4A8D4420DF28}" sibTransId="{270606B2-5CA1-4761-BB99-347F3ADD4DC7}"/>
    <dgm:cxn modelId="{793E8C4F-9946-4126-8CA6-4BC566FE723F}" type="presOf" srcId="{67CC74FC-A707-43C1-800B-2CDE2572F4B7}" destId="{2CBA5DFA-60DF-4094-883B-D407613D58F1}" srcOrd="0" destOrd="0" presId="urn:microsoft.com/office/officeart/2008/layout/LinedList"/>
    <dgm:cxn modelId="{8C3DA671-3097-4A49-91BD-6ADBA1DB3E29}" type="presOf" srcId="{4F9641E7-03BF-4308-92D5-BA5D067C50A5}" destId="{B166C9D1-5A7B-47FD-84DA-D49F6B063017}" srcOrd="0" destOrd="0" presId="urn:microsoft.com/office/officeart/2008/layout/LinedList"/>
    <dgm:cxn modelId="{C4259E73-7D38-401E-BB17-F8204CD5D48D}" srcId="{58CCD49A-5850-41F2-808E-8DDA46BCF282}" destId="{2E68923A-89BD-43A4-A5A2-E630CF51614A}" srcOrd="2" destOrd="0" parTransId="{42C3A474-8487-498D-9FFF-F3FB83E40E64}" sibTransId="{D69635C2-DCFD-49D2-8EAB-1763F7ACD4C0}"/>
    <dgm:cxn modelId="{76437477-9967-4DAA-893B-AAA4E405A366}" srcId="{58CCD49A-5850-41F2-808E-8DDA46BCF282}" destId="{67CC74FC-A707-43C1-800B-2CDE2572F4B7}" srcOrd="3" destOrd="0" parTransId="{24A06EEB-BF24-46CA-8717-DB10E6662220}" sibTransId="{47957907-2AE0-4E08-BD1D-93EE88DCD47D}"/>
    <dgm:cxn modelId="{0A8A467C-4E1E-4EF2-84CD-2461A43D6CEF}" srcId="{58CCD49A-5850-41F2-808E-8DDA46BCF282}" destId="{E22F2A16-9817-45FB-B280-C5FEE60075DF}" srcOrd="1" destOrd="0" parTransId="{7B3CD8FA-01B9-430B-B6C4-F508408E9E0E}" sibTransId="{8054D63D-8AC7-4FD1-901D-CD09E1215528}"/>
    <dgm:cxn modelId="{936FE9B8-098B-4E17-979D-C9336F8E0EEE}" type="presOf" srcId="{58CCD49A-5850-41F2-808E-8DDA46BCF282}" destId="{DE6F1DC4-AB93-442E-863D-1EDA09AB3AB2}" srcOrd="0" destOrd="0" presId="urn:microsoft.com/office/officeart/2008/layout/LinedList"/>
    <dgm:cxn modelId="{CAD057E5-76FC-4CBC-BFF3-9D4ABBF82819}" srcId="{58CCD49A-5850-41F2-808E-8DDA46BCF282}" destId="{4F9641E7-03BF-4308-92D5-BA5D067C50A5}" srcOrd="0" destOrd="0" parTransId="{9C996516-A305-40BA-8438-D7AFC2BA18FA}" sibTransId="{811AD4F5-FEF7-425B-BBF2-B38720988D75}"/>
    <dgm:cxn modelId="{E36745F7-66FB-409D-8146-BE6C4E359231}" type="presOf" srcId="{66742142-89B7-4BCD-A813-6824E4F7C026}" destId="{AB321D1C-CF7D-4DF4-B7EA-3D9F58809E65}" srcOrd="0" destOrd="0" presId="urn:microsoft.com/office/officeart/2008/layout/LinedList"/>
    <dgm:cxn modelId="{D05EF3FB-FC9D-4280-BA2E-67D51E938EEF}" type="presOf" srcId="{2E68923A-89BD-43A4-A5A2-E630CF51614A}" destId="{F615D6D3-DDFE-4480-BAE5-F1CA6ADB36D6}" srcOrd="0" destOrd="0" presId="urn:microsoft.com/office/officeart/2008/layout/LinedList"/>
    <dgm:cxn modelId="{5C2E21FD-6127-4BBC-A015-C9B39CCEB756}" type="presOf" srcId="{E22F2A16-9817-45FB-B280-C5FEE60075DF}" destId="{93DBC3A3-81C5-48B8-B17F-2E54965F5D6E}" srcOrd="0" destOrd="0" presId="urn:microsoft.com/office/officeart/2008/layout/LinedList"/>
    <dgm:cxn modelId="{64CA2EA4-1ADD-4095-AEEA-E6A997289B1A}" type="presParOf" srcId="{DE6F1DC4-AB93-442E-863D-1EDA09AB3AB2}" destId="{5648EEE0-4423-4C88-B089-67BFB1C82AF7}" srcOrd="0" destOrd="0" presId="urn:microsoft.com/office/officeart/2008/layout/LinedList"/>
    <dgm:cxn modelId="{189EBCC2-4A92-45BA-A7E6-6A668C57B881}" type="presParOf" srcId="{DE6F1DC4-AB93-442E-863D-1EDA09AB3AB2}" destId="{4188696C-CAB4-4A50-BD1E-3CB27FFDA479}" srcOrd="1" destOrd="0" presId="urn:microsoft.com/office/officeart/2008/layout/LinedList"/>
    <dgm:cxn modelId="{F62DB124-DCB7-452D-9D83-775DD7E06973}" type="presParOf" srcId="{4188696C-CAB4-4A50-BD1E-3CB27FFDA479}" destId="{B166C9D1-5A7B-47FD-84DA-D49F6B063017}" srcOrd="0" destOrd="0" presId="urn:microsoft.com/office/officeart/2008/layout/LinedList"/>
    <dgm:cxn modelId="{87935A04-C70E-4E80-81E0-3508AA059089}" type="presParOf" srcId="{4188696C-CAB4-4A50-BD1E-3CB27FFDA479}" destId="{9A971796-1C32-4928-A008-AD87467B7631}" srcOrd="1" destOrd="0" presId="urn:microsoft.com/office/officeart/2008/layout/LinedList"/>
    <dgm:cxn modelId="{D3483ABC-CB90-4244-BF05-F176AAFADC66}" type="presParOf" srcId="{DE6F1DC4-AB93-442E-863D-1EDA09AB3AB2}" destId="{746BC77D-36C0-4B61-A190-0D23114A10C7}" srcOrd="2" destOrd="0" presId="urn:microsoft.com/office/officeart/2008/layout/LinedList"/>
    <dgm:cxn modelId="{B8A8157A-5B87-449E-A884-D915A602DF88}" type="presParOf" srcId="{DE6F1DC4-AB93-442E-863D-1EDA09AB3AB2}" destId="{AD2AD170-2A04-4F3E-B35C-2CD00D2306DC}" srcOrd="3" destOrd="0" presId="urn:microsoft.com/office/officeart/2008/layout/LinedList"/>
    <dgm:cxn modelId="{DA4371EE-7A14-4767-9DB6-198E75B09103}" type="presParOf" srcId="{AD2AD170-2A04-4F3E-B35C-2CD00D2306DC}" destId="{93DBC3A3-81C5-48B8-B17F-2E54965F5D6E}" srcOrd="0" destOrd="0" presId="urn:microsoft.com/office/officeart/2008/layout/LinedList"/>
    <dgm:cxn modelId="{79B904F4-D486-4579-B6AE-B4456F16715B}" type="presParOf" srcId="{AD2AD170-2A04-4F3E-B35C-2CD00D2306DC}" destId="{D66ACF48-FF36-4CE4-9FAD-9AB418A465DD}" srcOrd="1" destOrd="0" presId="urn:microsoft.com/office/officeart/2008/layout/LinedList"/>
    <dgm:cxn modelId="{6A05577B-F242-42EA-9F2B-7B6BDDA5A3AC}" type="presParOf" srcId="{DE6F1DC4-AB93-442E-863D-1EDA09AB3AB2}" destId="{C40C6A9E-1408-4BE7-BDCF-915D2F82DDB4}" srcOrd="4" destOrd="0" presId="urn:microsoft.com/office/officeart/2008/layout/LinedList"/>
    <dgm:cxn modelId="{701AC2B8-9123-4ADE-ACA3-2A023218ED65}" type="presParOf" srcId="{DE6F1DC4-AB93-442E-863D-1EDA09AB3AB2}" destId="{2325F7C4-C7C6-4AC3-9ED1-60FACB20A39F}" srcOrd="5" destOrd="0" presId="urn:microsoft.com/office/officeart/2008/layout/LinedList"/>
    <dgm:cxn modelId="{DA4D1A9E-E555-4DFE-88C3-9362A6941F7E}" type="presParOf" srcId="{2325F7C4-C7C6-4AC3-9ED1-60FACB20A39F}" destId="{F615D6D3-DDFE-4480-BAE5-F1CA6ADB36D6}" srcOrd="0" destOrd="0" presId="urn:microsoft.com/office/officeart/2008/layout/LinedList"/>
    <dgm:cxn modelId="{57126548-3218-44DF-9C97-1F933F69B3A3}" type="presParOf" srcId="{2325F7C4-C7C6-4AC3-9ED1-60FACB20A39F}" destId="{1960C4E6-6436-482B-A296-CE99742133F7}" srcOrd="1" destOrd="0" presId="urn:microsoft.com/office/officeart/2008/layout/LinedList"/>
    <dgm:cxn modelId="{57386ACD-1E5F-4342-BB06-B38628FFAA43}" type="presParOf" srcId="{DE6F1DC4-AB93-442E-863D-1EDA09AB3AB2}" destId="{E114FB09-71ED-44A6-BCEC-FD10AA0BA7F2}" srcOrd="6" destOrd="0" presId="urn:microsoft.com/office/officeart/2008/layout/LinedList"/>
    <dgm:cxn modelId="{B4C41A89-EF4D-4423-9AB0-83946C3558DE}" type="presParOf" srcId="{DE6F1DC4-AB93-442E-863D-1EDA09AB3AB2}" destId="{83901828-0EFD-46D1-B408-3710641C4165}" srcOrd="7" destOrd="0" presId="urn:microsoft.com/office/officeart/2008/layout/LinedList"/>
    <dgm:cxn modelId="{AC39DDBB-B05E-49B6-9634-3FD5001A3777}" type="presParOf" srcId="{83901828-0EFD-46D1-B408-3710641C4165}" destId="{2CBA5DFA-60DF-4094-883B-D407613D58F1}" srcOrd="0" destOrd="0" presId="urn:microsoft.com/office/officeart/2008/layout/LinedList"/>
    <dgm:cxn modelId="{D902518A-7D60-4D22-BCD2-A54036F6A443}" type="presParOf" srcId="{83901828-0EFD-46D1-B408-3710641C4165}" destId="{C27263DF-2CEC-4DC5-89B6-9438CCFA5041}" srcOrd="1" destOrd="0" presId="urn:microsoft.com/office/officeart/2008/layout/LinedList"/>
    <dgm:cxn modelId="{3513E793-247C-4869-80E8-19B7D389BDFD}" type="presParOf" srcId="{DE6F1DC4-AB93-442E-863D-1EDA09AB3AB2}" destId="{D30F07DC-E913-4974-A09B-8FE48173F3FE}" srcOrd="8" destOrd="0" presId="urn:microsoft.com/office/officeart/2008/layout/LinedList"/>
    <dgm:cxn modelId="{0DFB5F2B-5881-4A46-9552-4C8386FAAEC0}" type="presParOf" srcId="{DE6F1DC4-AB93-442E-863D-1EDA09AB3AB2}" destId="{B092020C-FAA5-43B8-B078-48D9D890B498}" srcOrd="9" destOrd="0" presId="urn:microsoft.com/office/officeart/2008/layout/LinedList"/>
    <dgm:cxn modelId="{97EAA5A1-320B-4191-890C-9306D7BBB3B1}" type="presParOf" srcId="{B092020C-FAA5-43B8-B078-48D9D890B498}" destId="{AB321D1C-CF7D-4DF4-B7EA-3D9F58809E65}" srcOrd="0" destOrd="0" presId="urn:microsoft.com/office/officeart/2008/layout/LinedList"/>
    <dgm:cxn modelId="{617DE5EB-1CAF-494C-A820-0FA9ADD53170}" type="presParOf" srcId="{B092020C-FAA5-43B8-B078-48D9D890B498}" destId="{DE4F3242-64A8-46FC-89B3-721D1CCB23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FC6DA2-ECDB-436B-80C6-0B294A04668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0983E7-0DF6-44E2-8660-0BD6B1AD9DEC}">
      <dgm:prSet/>
      <dgm:spPr/>
      <dgm:t>
        <a:bodyPr/>
        <a:lstStyle/>
        <a:p>
          <a:r>
            <a:rPr lang="ko-KR" altLang="en-US" dirty="0"/>
            <a:t>컨트롤은 터치스크린을 사용하기 때문에 컴퓨터에 적합하지 않다</a:t>
          </a:r>
          <a:r>
            <a:rPr lang="en-MY" altLang="ko-KR" dirty="0"/>
            <a:t>.</a:t>
          </a:r>
          <a:endParaRPr lang="en-US" dirty="0"/>
        </a:p>
      </dgm:t>
    </dgm:pt>
    <dgm:pt modelId="{D581BBBF-AD3C-4619-A916-D8415CB53C09}" type="parTrans" cxnId="{2E012AD5-E0E1-40A7-8518-B5B2BE6F41E9}">
      <dgm:prSet/>
      <dgm:spPr/>
      <dgm:t>
        <a:bodyPr/>
        <a:lstStyle/>
        <a:p>
          <a:endParaRPr lang="en-US"/>
        </a:p>
      </dgm:t>
    </dgm:pt>
    <dgm:pt modelId="{220B5BAF-32A6-448B-AC15-EA43A9F16E0A}" type="sibTrans" cxnId="{2E012AD5-E0E1-40A7-8518-B5B2BE6F41E9}">
      <dgm:prSet/>
      <dgm:spPr/>
      <dgm:t>
        <a:bodyPr/>
        <a:lstStyle/>
        <a:p>
          <a:endParaRPr lang="en-US"/>
        </a:p>
      </dgm:t>
    </dgm:pt>
    <dgm:pt modelId="{F2A6D85A-31C6-4B44-81B9-5139679C636E}">
      <dgm:prSet/>
      <dgm:spPr/>
      <dgm:t>
        <a:bodyPr/>
        <a:lstStyle/>
        <a:p>
          <a:r>
            <a:rPr lang="en-US" altLang="ko-KR" dirty="0"/>
            <a:t>c </a:t>
          </a:r>
          <a:r>
            <a:rPr lang="ko-KR" altLang="en-US" dirty="0"/>
            <a:t>콘솔에서 복제하기 어려운 몇 가지 복잡한 모양을 가지고 있다</a:t>
          </a:r>
          <a:r>
            <a:rPr lang="en-MY" altLang="ko-KR" dirty="0"/>
            <a:t>.</a:t>
          </a:r>
          <a:endParaRPr lang="en-US" dirty="0"/>
        </a:p>
      </dgm:t>
    </dgm:pt>
    <dgm:pt modelId="{E6C3B98B-D324-47A2-882E-BD3CB390815E}" type="parTrans" cxnId="{3ED819C8-B5D6-4708-9B77-0FA454AF261F}">
      <dgm:prSet/>
      <dgm:spPr/>
      <dgm:t>
        <a:bodyPr/>
        <a:lstStyle/>
        <a:p>
          <a:endParaRPr lang="en-US"/>
        </a:p>
      </dgm:t>
    </dgm:pt>
    <dgm:pt modelId="{2E0C7D47-85A7-4846-88E0-E6E638E054F1}" type="sibTrans" cxnId="{3ED819C8-B5D6-4708-9B77-0FA454AF261F}">
      <dgm:prSet/>
      <dgm:spPr/>
      <dgm:t>
        <a:bodyPr/>
        <a:lstStyle/>
        <a:p>
          <a:endParaRPr lang="en-US"/>
        </a:p>
      </dgm:t>
    </dgm:pt>
    <dgm:pt modelId="{0D18EFCC-EE4F-477F-A910-54BCB718E9E7}">
      <dgm:prSet/>
      <dgm:spPr/>
      <dgm:t>
        <a:bodyPr/>
        <a:lstStyle/>
        <a:p>
          <a:r>
            <a:rPr lang="ko-KR" altLang="en-US" dirty="0"/>
            <a:t>컴퓨터에 적합한 </a:t>
          </a:r>
          <a:r>
            <a:rPr lang="en-US" altLang="ko-KR" dirty="0"/>
            <a:t>UI</a:t>
          </a:r>
          <a:r>
            <a:rPr lang="ko-KR" altLang="en-US" dirty="0"/>
            <a:t>를 추가해야 하다</a:t>
          </a:r>
          <a:r>
            <a:rPr lang="en-MY" altLang="ko-KR" dirty="0"/>
            <a:t>.</a:t>
          </a:r>
          <a:endParaRPr lang="en-US" dirty="0"/>
        </a:p>
      </dgm:t>
    </dgm:pt>
    <dgm:pt modelId="{6E5F109B-0C44-49D0-BC2E-422CB9FB99F1}" type="parTrans" cxnId="{54D4138A-8A3A-4791-83F1-80AEF2C60B3B}">
      <dgm:prSet/>
      <dgm:spPr/>
      <dgm:t>
        <a:bodyPr/>
        <a:lstStyle/>
        <a:p>
          <a:endParaRPr lang="en-US"/>
        </a:p>
      </dgm:t>
    </dgm:pt>
    <dgm:pt modelId="{96A40BDF-00C2-487D-B682-0D4D2ED5635C}" type="sibTrans" cxnId="{54D4138A-8A3A-4791-83F1-80AEF2C60B3B}">
      <dgm:prSet/>
      <dgm:spPr/>
      <dgm:t>
        <a:bodyPr/>
        <a:lstStyle/>
        <a:p>
          <a:endParaRPr lang="en-US"/>
        </a:p>
      </dgm:t>
    </dgm:pt>
    <dgm:pt modelId="{7B67BAFC-1900-4C7F-88D0-9862AD5F7950}">
      <dgm:prSet/>
      <dgm:spPr/>
      <dgm:t>
        <a:bodyPr/>
        <a:lstStyle/>
        <a:p>
          <a:r>
            <a:rPr lang="ko-KR" altLang="en-US" dirty="0"/>
            <a:t>모든것의 규모는 컴퓨터에 적합하지 않다</a:t>
          </a:r>
          <a:r>
            <a:rPr lang="en-MY" altLang="ko-KR" dirty="0"/>
            <a:t>.</a:t>
          </a:r>
          <a:endParaRPr lang="en-US" dirty="0"/>
        </a:p>
      </dgm:t>
    </dgm:pt>
    <dgm:pt modelId="{6EBF3254-26B1-4617-AECD-50789DCF02CB}" type="parTrans" cxnId="{86334A81-B4D8-494E-AE5C-A91F0A170E38}">
      <dgm:prSet/>
      <dgm:spPr/>
      <dgm:t>
        <a:bodyPr/>
        <a:lstStyle/>
        <a:p>
          <a:endParaRPr lang="en-US"/>
        </a:p>
      </dgm:t>
    </dgm:pt>
    <dgm:pt modelId="{19E66131-6C04-49A5-BC69-6171DFCB10CE}" type="sibTrans" cxnId="{86334A81-B4D8-494E-AE5C-A91F0A170E38}">
      <dgm:prSet/>
      <dgm:spPr/>
      <dgm:t>
        <a:bodyPr/>
        <a:lstStyle/>
        <a:p>
          <a:endParaRPr lang="en-US"/>
        </a:p>
      </dgm:t>
    </dgm:pt>
    <dgm:pt modelId="{D84A6A5A-3E66-49F4-A80D-DCAA8B4282BA}">
      <dgm:prSet/>
      <dgm:spPr/>
      <dgm:t>
        <a:bodyPr/>
        <a:lstStyle/>
        <a:p>
          <a:endParaRPr lang="en-US" dirty="0"/>
        </a:p>
      </dgm:t>
    </dgm:pt>
    <dgm:pt modelId="{3A4119A4-3B0F-4E8A-AA93-2F30772F3487}" type="parTrans" cxnId="{34D79C70-765B-4A01-B23E-C2C0C6BA3085}">
      <dgm:prSet/>
      <dgm:spPr/>
      <dgm:t>
        <a:bodyPr/>
        <a:lstStyle/>
        <a:p>
          <a:endParaRPr lang="en-US"/>
        </a:p>
      </dgm:t>
    </dgm:pt>
    <dgm:pt modelId="{51BC76CF-17B7-4CBA-8D3C-61C9628191A5}" type="sibTrans" cxnId="{34D79C70-765B-4A01-B23E-C2C0C6BA3085}">
      <dgm:prSet/>
      <dgm:spPr/>
      <dgm:t>
        <a:bodyPr/>
        <a:lstStyle/>
        <a:p>
          <a:endParaRPr lang="en-US"/>
        </a:p>
      </dgm:t>
    </dgm:pt>
    <dgm:pt modelId="{DEFA148D-4D50-4C56-95F7-292BCEB3593A}" type="pres">
      <dgm:prSet presAssocID="{9EFC6DA2-ECDB-436B-80C6-0B294A046683}" presName="vert0" presStyleCnt="0">
        <dgm:presLayoutVars>
          <dgm:dir/>
          <dgm:animOne val="branch"/>
          <dgm:animLvl val="lvl"/>
        </dgm:presLayoutVars>
      </dgm:prSet>
      <dgm:spPr/>
    </dgm:pt>
    <dgm:pt modelId="{C833C627-4A52-4867-AC97-33829073708C}" type="pres">
      <dgm:prSet presAssocID="{EE0983E7-0DF6-44E2-8660-0BD6B1AD9DEC}" presName="thickLine" presStyleLbl="alignNode1" presStyleIdx="0" presStyleCnt="5"/>
      <dgm:spPr/>
    </dgm:pt>
    <dgm:pt modelId="{20F66717-4FF3-49F6-9C6C-3009F749E98E}" type="pres">
      <dgm:prSet presAssocID="{EE0983E7-0DF6-44E2-8660-0BD6B1AD9DEC}" presName="horz1" presStyleCnt="0"/>
      <dgm:spPr/>
    </dgm:pt>
    <dgm:pt modelId="{0FDD7CAC-A819-4AB7-9568-B997FEAFE1A1}" type="pres">
      <dgm:prSet presAssocID="{EE0983E7-0DF6-44E2-8660-0BD6B1AD9DEC}" presName="tx1" presStyleLbl="revTx" presStyleIdx="0" presStyleCnt="5"/>
      <dgm:spPr/>
    </dgm:pt>
    <dgm:pt modelId="{2B97F1EC-6BA8-4BFF-A295-B9071F7CEB86}" type="pres">
      <dgm:prSet presAssocID="{EE0983E7-0DF6-44E2-8660-0BD6B1AD9DEC}" presName="vert1" presStyleCnt="0"/>
      <dgm:spPr/>
    </dgm:pt>
    <dgm:pt modelId="{575A02B7-CFF6-4D77-8D64-96F6A65E7E89}" type="pres">
      <dgm:prSet presAssocID="{F2A6D85A-31C6-4B44-81B9-5139679C636E}" presName="thickLine" presStyleLbl="alignNode1" presStyleIdx="1" presStyleCnt="5"/>
      <dgm:spPr/>
    </dgm:pt>
    <dgm:pt modelId="{A0C980D8-879A-4211-BBCF-4DF7D739640B}" type="pres">
      <dgm:prSet presAssocID="{F2A6D85A-31C6-4B44-81B9-5139679C636E}" presName="horz1" presStyleCnt="0"/>
      <dgm:spPr/>
    </dgm:pt>
    <dgm:pt modelId="{BAB56662-0538-45BB-B0F7-1E09B50E6C96}" type="pres">
      <dgm:prSet presAssocID="{F2A6D85A-31C6-4B44-81B9-5139679C636E}" presName="tx1" presStyleLbl="revTx" presStyleIdx="1" presStyleCnt="5"/>
      <dgm:spPr/>
    </dgm:pt>
    <dgm:pt modelId="{938DE769-9742-4D5B-A2FC-F31DDDD41C8E}" type="pres">
      <dgm:prSet presAssocID="{F2A6D85A-31C6-4B44-81B9-5139679C636E}" presName="vert1" presStyleCnt="0"/>
      <dgm:spPr/>
    </dgm:pt>
    <dgm:pt modelId="{263CE09D-93A3-4AB4-B86F-B56998C8A9BE}" type="pres">
      <dgm:prSet presAssocID="{0D18EFCC-EE4F-477F-A910-54BCB718E9E7}" presName="thickLine" presStyleLbl="alignNode1" presStyleIdx="2" presStyleCnt="5"/>
      <dgm:spPr/>
    </dgm:pt>
    <dgm:pt modelId="{46BAB60D-257D-4E01-AD14-F4E6799BF581}" type="pres">
      <dgm:prSet presAssocID="{0D18EFCC-EE4F-477F-A910-54BCB718E9E7}" presName="horz1" presStyleCnt="0"/>
      <dgm:spPr/>
    </dgm:pt>
    <dgm:pt modelId="{CE7C59FB-7280-48CA-93D0-6F0F65651D30}" type="pres">
      <dgm:prSet presAssocID="{0D18EFCC-EE4F-477F-A910-54BCB718E9E7}" presName="tx1" presStyleLbl="revTx" presStyleIdx="2" presStyleCnt="5"/>
      <dgm:spPr/>
    </dgm:pt>
    <dgm:pt modelId="{6A7FAC19-35B4-454F-A772-064709C9D4FA}" type="pres">
      <dgm:prSet presAssocID="{0D18EFCC-EE4F-477F-A910-54BCB718E9E7}" presName="vert1" presStyleCnt="0"/>
      <dgm:spPr/>
    </dgm:pt>
    <dgm:pt modelId="{D4E310D5-4D28-48DE-A597-CB3CDACFD8C9}" type="pres">
      <dgm:prSet presAssocID="{7B67BAFC-1900-4C7F-88D0-9862AD5F7950}" presName="thickLine" presStyleLbl="alignNode1" presStyleIdx="3" presStyleCnt="5"/>
      <dgm:spPr/>
    </dgm:pt>
    <dgm:pt modelId="{42F4A798-B317-4124-9842-21A15F37C82E}" type="pres">
      <dgm:prSet presAssocID="{7B67BAFC-1900-4C7F-88D0-9862AD5F7950}" presName="horz1" presStyleCnt="0"/>
      <dgm:spPr/>
    </dgm:pt>
    <dgm:pt modelId="{F94BCC80-BEE4-4E94-AA43-E8CA19A8E924}" type="pres">
      <dgm:prSet presAssocID="{7B67BAFC-1900-4C7F-88D0-9862AD5F7950}" presName="tx1" presStyleLbl="revTx" presStyleIdx="3" presStyleCnt="5"/>
      <dgm:spPr/>
    </dgm:pt>
    <dgm:pt modelId="{F91D389A-AF83-4762-BDD2-221B6F44AE29}" type="pres">
      <dgm:prSet presAssocID="{7B67BAFC-1900-4C7F-88D0-9862AD5F7950}" presName="vert1" presStyleCnt="0"/>
      <dgm:spPr/>
    </dgm:pt>
    <dgm:pt modelId="{B129E1F4-47A2-4DDF-85F2-3BDBE42F4382}" type="pres">
      <dgm:prSet presAssocID="{D84A6A5A-3E66-49F4-A80D-DCAA8B4282BA}" presName="thickLine" presStyleLbl="alignNode1" presStyleIdx="4" presStyleCnt="5"/>
      <dgm:spPr/>
    </dgm:pt>
    <dgm:pt modelId="{C0C4B265-647A-472A-8AFF-4ACB47BB4495}" type="pres">
      <dgm:prSet presAssocID="{D84A6A5A-3E66-49F4-A80D-DCAA8B4282BA}" presName="horz1" presStyleCnt="0"/>
      <dgm:spPr/>
    </dgm:pt>
    <dgm:pt modelId="{BE8A7765-AB34-49DB-958F-6C492A8DE003}" type="pres">
      <dgm:prSet presAssocID="{D84A6A5A-3E66-49F4-A80D-DCAA8B4282BA}" presName="tx1" presStyleLbl="revTx" presStyleIdx="4" presStyleCnt="5"/>
      <dgm:spPr/>
    </dgm:pt>
    <dgm:pt modelId="{256BFDF9-3461-4662-8B81-A448337C83F9}" type="pres">
      <dgm:prSet presAssocID="{D84A6A5A-3E66-49F4-A80D-DCAA8B4282BA}" presName="vert1" presStyleCnt="0"/>
      <dgm:spPr/>
    </dgm:pt>
  </dgm:ptLst>
  <dgm:cxnLst>
    <dgm:cxn modelId="{34D79C70-765B-4A01-B23E-C2C0C6BA3085}" srcId="{9EFC6DA2-ECDB-436B-80C6-0B294A046683}" destId="{D84A6A5A-3E66-49F4-A80D-DCAA8B4282BA}" srcOrd="4" destOrd="0" parTransId="{3A4119A4-3B0F-4E8A-AA93-2F30772F3487}" sibTransId="{51BC76CF-17B7-4CBA-8D3C-61C9628191A5}"/>
    <dgm:cxn modelId="{843B347B-7160-48AA-8F37-A88AB58EF777}" type="presOf" srcId="{9EFC6DA2-ECDB-436B-80C6-0B294A046683}" destId="{DEFA148D-4D50-4C56-95F7-292BCEB3593A}" srcOrd="0" destOrd="0" presId="urn:microsoft.com/office/officeart/2008/layout/LinedList"/>
    <dgm:cxn modelId="{86334A81-B4D8-494E-AE5C-A91F0A170E38}" srcId="{9EFC6DA2-ECDB-436B-80C6-0B294A046683}" destId="{7B67BAFC-1900-4C7F-88D0-9862AD5F7950}" srcOrd="3" destOrd="0" parTransId="{6EBF3254-26B1-4617-AECD-50789DCF02CB}" sibTransId="{19E66131-6C04-49A5-BC69-6171DFCB10CE}"/>
    <dgm:cxn modelId="{54D4138A-8A3A-4791-83F1-80AEF2C60B3B}" srcId="{9EFC6DA2-ECDB-436B-80C6-0B294A046683}" destId="{0D18EFCC-EE4F-477F-A910-54BCB718E9E7}" srcOrd="2" destOrd="0" parTransId="{6E5F109B-0C44-49D0-BC2E-422CB9FB99F1}" sibTransId="{96A40BDF-00C2-487D-B682-0D4D2ED5635C}"/>
    <dgm:cxn modelId="{48781B9C-50F7-4059-89A7-B2CFCCE957B4}" type="presOf" srcId="{F2A6D85A-31C6-4B44-81B9-5139679C636E}" destId="{BAB56662-0538-45BB-B0F7-1E09B50E6C96}" srcOrd="0" destOrd="0" presId="urn:microsoft.com/office/officeart/2008/layout/LinedList"/>
    <dgm:cxn modelId="{95E8EEA5-DE30-414E-ABED-4955A1C1AFE1}" type="presOf" srcId="{7B67BAFC-1900-4C7F-88D0-9862AD5F7950}" destId="{F94BCC80-BEE4-4E94-AA43-E8CA19A8E924}" srcOrd="0" destOrd="0" presId="urn:microsoft.com/office/officeart/2008/layout/LinedList"/>
    <dgm:cxn modelId="{753078AA-80E3-49FA-B5AC-7E2015D5B937}" type="presOf" srcId="{0D18EFCC-EE4F-477F-A910-54BCB718E9E7}" destId="{CE7C59FB-7280-48CA-93D0-6F0F65651D30}" srcOrd="0" destOrd="0" presId="urn:microsoft.com/office/officeart/2008/layout/LinedList"/>
    <dgm:cxn modelId="{DE904BB4-BE5E-4E21-A216-03666B1D0D1A}" type="presOf" srcId="{EE0983E7-0DF6-44E2-8660-0BD6B1AD9DEC}" destId="{0FDD7CAC-A819-4AB7-9568-B997FEAFE1A1}" srcOrd="0" destOrd="0" presId="urn:microsoft.com/office/officeart/2008/layout/LinedList"/>
    <dgm:cxn modelId="{7CE59CBB-213B-429B-8C4E-9C6B3C5D3C2A}" type="presOf" srcId="{D84A6A5A-3E66-49F4-A80D-DCAA8B4282BA}" destId="{BE8A7765-AB34-49DB-958F-6C492A8DE003}" srcOrd="0" destOrd="0" presId="urn:microsoft.com/office/officeart/2008/layout/LinedList"/>
    <dgm:cxn modelId="{3ED819C8-B5D6-4708-9B77-0FA454AF261F}" srcId="{9EFC6DA2-ECDB-436B-80C6-0B294A046683}" destId="{F2A6D85A-31C6-4B44-81B9-5139679C636E}" srcOrd="1" destOrd="0" parTransId="{E6C3B98B-D324-47A2-882E-BD3CB390815E}" sibTransId="{2E0C7D47-85A7-4846-88E0-E6E638E054F1}"/>
    <dgm:cxn modelId="{2E012AD5-E0E1-40A7-8518-B5B2BE6F41E9}" srcId="{9EFC6DA2-ECDB-436B-80C6-0B294A046683}" destId="{EE0983E7-0DF6-44E2-8660-0BD6B1AD9DEC}" srcOrd="0" destOrd="0" parTransId="{D581BBBF-AD3C-4619-A916-D8415CB53C09}" sibTransId="{220B5BAF-32A6-448B-AC15-EA43A9F16E0A}"/>
    <dgm:cxn modelId="{2A68E9A8-485E-492B-9A7D-3C1C494EE08B}" type="presParOf" srcId="{DEFA148D-4D50-4C56-95F7-292BCEB3593A}" destId="{C833C627-4A52-4867-AC97-33829073708C}" srcOrd="0" destOrd="0" presId="urn:microsoft.com/office/officeart/2008/layout/LinedList"/>
    <dgm:cxn modelId="{274CB47B-AE51-497E-870B-703CA99BE118}" type="presParOf" srcId="{DEFA148D-4D50-4C56-95F7-292BCEB3593A}" destId="{20F66717-4FF3-49F6-9C6C-3009F749E98E}" srcOrd="1" destOrd="0" presId="urn:microsoft.com/office/officeart/2008/layout/LinedList"/>
    <dgm:cxn modelId="{3C25C403-5D6E-446D-B904-9E26FA982913}" type="presParOf" srcId="{20F66717-4FF3-49F6-9C6C-3009F749E98E}" destId="{0FDD7CAC-A819-4AB7-9568-B997FEAFE1A1}" srcOrd="0" destOrd="0" presId="urn:microsoft.com/office/officeart/2008/layout/LinedList"/>
    <dgm:cxn modelId="{B0F0B2CE-C0B0-4181-A4D7-9AFE9FDB266C}" type="presParOf" srcId="{20F66717-4FF3-49F6-9C6C-3009F749E98E}" destId="{2B97F1EC-6BA8-4BFF-A295-B9071F7CEB86}" srcOrd="1" destOrd="0" presId="urn:microsoft.com/office/officeart/2008/layout/LinedList"/>
    <dgm:cxn modelId="{08B9BA46-2241-463C-AA69-6A829551B2FE}" type="presParOf" srcId="{DEFA148D-4D50-4C56-95F7-292BCEB3593A}" destId="{575A02B7-CFF6-4D77-8D64-96F6A65E7E89}" srcOrd="2" destOrd="0" presId="urn:microsoft.com/office/officeart/2008/layout/LinedList"/>
    <dgm:cxn modelId="{05466D68-A977-4BF8-8857-C0CBD7832095}" type="presParOf" srcId="{DEFA148D-4D50-4C56-95F7-292BCEB3593A}" destId="{A0C980D8-879A-4211-BBCF-4DF7D739640B}" srcOrd="3" destOrd="0" presId="urn:microsoft.com/office/officeart/2008/layout/LinedList"/>
    <dgm:cxn modelId="{072D93E8-42F1-4E7E-8CD3-89BB0F777A3E}" type="presParOf" srcId="{A0C980D8-879A-4211-BBCF-4DF7D739640B}" destId="{BAB56662-0538-45BB-B0F7-1E09B50E6C96}" srcOrd="0" destOrd="0" presId="urn:microsoft.com/office/officeart/2008/layout/LinedList"/>
    <dgm:cxn modelId="{E345932E-220C-4B27-837A-B4A189055E93}" type="presParOf" srcId="{A0C980D8-879A-4211-BBCF-4DF7D739640B}" destId="{938DE769-9742-4D5B-A2FC-F31DDDD41C8E}" srcOrd="1" destOrd="0" presId="urn:microsoft.com/office/officeart/2008/layout/LinedList"/>
    <dgm:cxn modelId="{ED1499A0-8A94-43EB-AF86-4099561CCE25}" type="presParOf" srcId="{DEFA148D-4D50-4C56-95F7-292BCEB3593A}" destId="{263CE09D-93A3-4AB4-B86F-B56998C8A9BE}" srcOrd="4" destOrd="0" presId="urn:microsoft.com/office/officeart/2008/layout/LinedList"/>
    <dgm:cxn modelId="{65EE139A-50A3-476C-999E-24B972F5B35E}" type="presParOf" srcId="{DEFA148D-4D50-4C56-95F7-292BCEB3593A}" destId="{46BAB60D-257D-4E01-AD14-F4E6799BF581}" srcOrd="5" destOrd="0" presId="urn:microsoft.com/office/officeart/2008/layout/LinedList"/>
    <dgm:cxn modelId="{BEB7370D-0C4C-43EF-A5AE-DFDF2847A6A7}" type="presParOf" srcId="{46BAB60D-257D-4E01-AD14-F4E6799BF581}" destId="{CE7C59FB-7280-48CA-93D0-6F0F65651D30}" srcOrd="0" destOrd="0" presId="urn:microsoft.com/office/officeart/2008/layout/LinedList"/>
    <dgm:cxn modelId="{54BA465F-DBF8-44F2-BEFE-E6C1DC460DB1}" type="presParOf" srcId="{46BAB60D-257D-4E01-AD14-F4E6799BF581}" destId="{6A7FAC19-35B4-454F-A772-064709C9D4FA}" srcOrd="1" destOrd="0" presId="urn:microsoft.com/office/officeart/2008/layout/LinedList"/>
    <dgm:cxn modelId="{CB4B021E-101F-4DAD-89D4-EDC776B83175}" type="presParOf" srcId="{DEFA148D-4D50-4C56-95F7-292BCEB3593A}" destId="{D4E310D5-4D28-48DE-A597-CB3CDACFD8C9}" srcOrd="6" destOrd="0" presId="urn:microsoft.com/office/officeart/2008/layout/LinedList"/>
    <dgm:cxn modelId="{B8F3B8A8-527B-4446-B341-84BDAE6D0E41}" type="presParOf" srcId="{DEFA148D-4D50-4C56-95F7-292BCEB3593A}" destId="{42F4A798-B317-4124-9842-21A15F37C82E}" srcOrd="7" destOrd="0" presId="urn:microsoft.com/office/officeart/2008/layout/LinedList"/>
    <dgm:cxn modelId="{548566FB-E610-407B-8344-E3D60EF62DD6}" type="presParOf" srcId="{42F4A798-B317-4124-9842-21A15F37C82E}" destId="{F94BCC80-BEE4-4E94-AA43-E8CA19A8E924}" srcOrd="0" destOrd="0" presId="urn:microsoft.com/office/officeart/2008/layout/LinedList"/>
    <dgm:cxn modelId="{42791F31-AEFA-4522-927D-B341F5C4E92C}" type="presParOf" srcId="{42F4A798-B317-4124-9842-21A15F37C82E}" destId="{F91D389A-AF83-4762-BDD2-221B6F44AE29}" srcOrd="1" destOrd="0" presId="urn:microsoft.com/office/officeart/2008/layout/LinedList"/>
    <dgm:cxn modelId="{A930B474-ED55-48A6-A225-87DA2B6BE9A3}" type="presParOf" srcId="{DEFA148D-4D50-4C56-95F7-292BCEB3593A}" destId="{B129E1F4-47A2-4DDF-85F2-3BDBE42F4382}" srcOrd="8" destOrd="0" presId="urn:microsoft.com/office/officeart/2008/layout/LinedList"/>
    <dgm:cxn modelId="{9DBEC3C5-8C09-4384-9DAB-41E9AE994F62}" type="presParOf" srcId="{DEFA148D-4D50-4C56-95F7-292BCEB3593A}" destId="{C0C4B265-647A-472A-8AFF-4ACB47BB4495}" srcOrd="9" destOrd="0" presId="urn:microsoft.com/office/officeart/2008/layout/LinedList"/>
    <dgm:cxn modelId="{65B78487-19C5-4524-91A0-058EFBF91E93}" type="presParOf" srcId="{C0C4B265-647A-472A-8AFF-4ACB47BB4495}" destId="{BE8A7765-AB34-49DB-958F-6C492A8DE003}" srcOrd="0" destOrd="0" presId="urn:microsoft.com/office/officeart/2008/layout/LinedList"/>
    <dgm:cxn modelId="{1FF9E2E1-A9D7-440C-AC0C-C08B760EC4BD}" type="presParOf" srcId="{C0C4B265-647A-472A-8AFF-4ACB47BB4495}" destId="{256BFDF9-3461-4662-8B81-A448337C83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8EEE0-4423-4C88-B089-67BFB1C82AF7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6C9D1-5A7B-47FD-84DA-D49F6B063017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화려한 비주얼로 플레이어를 매료시킬 수 있다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675"/>
        <a:ext cx="6900512" cy="1106957"/>
      </dsp:txXfrm>
    </dsp:sp>
    <dsp:sp modelId="{746BC77D-36C0-4B61-A190-0D23114A10C7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BC3A3-81C5-48B8-B17F-2E54965F5D6E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게임을 다시 할 수 있는 파워 업 기능이 있다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1107633"/>
        <a:ext cx="6900512" cy="1106957"/>
      </dsp:txXfrm>
    </dsp:sp>
    <dsp:sp modelId="{C40C6A9E-1408-4BE7-BDCF-915D2F82DDB4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5D6D3-DDFE-4480-BAE5-F1CA6ADB36D6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게임을 더 어렵게 만들 많은 종류의 적들이 있다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2214591"/>
        <a:ext cx="6900512" cy="1106957"/>
      </dsp:txXfrm>
    </dsp:sp>
    <dsp:sp modelId="{E114FB09-71ED-44A6-BCEC-FD10AA0BA7F2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A5DFA-60DF-4094-883B-D407613D58F1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자체 선박을 변경</a:t>
          </a:r>
          <a:r>
            <a:rPr lang="en-US" sz="2300" kern="1200" dirty="0"/>
            <a:t>/</a:t>
          </a:r>
          <a:r>
            <a:rPr lang="ko-KR" sz="2300" kern="1200" dirty="0"/>
            <a:t>업그레이드하여 플레이어가 레벨을 보다 쉽게 통과할 수 있도록 지원하다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3321549"/>
        <a:ext cx="6900512" cy="1106957"/>
      </dsp:txXfrm>
    </dsp:sp>
    <dsp:sp modelId="{D30F07DC-E913-4974-A09B-8FE48173F3FE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21D1C-CF7D-4DF4-B7EA-3D9F58809E65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/>
            <a:t>플레이어가 다시 시작하기 전에 몇 번의 기회를 가질 수 있도록 몇 가지 라이프 포인트가 있다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4428507"/>
        <a:ext cx="6900512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3C627-4A52-4867-AC97-33829073708C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D7CAC-A819-4AB7-9568-B997FEAFE1A1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컨트롤은 터치스크린을 사용하기 때문에 컴퓨터에 적합하지 않다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675"/>
        <a:ext cx="6900512" cy="1106957"/>
      </dsp:txXfrm>
    </dsp:sp>
    <dsp:sp modelId="{575A02B7-CFF6-4D77-8D64-96F6A65E7E8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56662-0538-45BB-B0F7-1E09B50E6C96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c </a:t>
          </a:r>
          <a:r>
            <a:rPr lang="ko-KR" altLang="en-US" sz="2300" kern="1200" dirty="0"/>
            <a:t>콘솔에서 복제하기 어려운 몇 가지 복잡한 모양을 가지고 있다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1107633"/>
        <a:ext cx="6900512" cy="1106957"/>
      </dsp:txXfrm>
    </dsp:sp>
    <dsp:sp modelId="{263CE09D-93A3-4AB4-B86F-B56998C8A9BE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C59FB-7280-48CA-93D0-6F0F65651D30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컴퓨터에 적합한 </a:t>
          </a:r>
          <a:r>
            <a:rPr lang="en-US" altLang="ko-KR" sz="2300" kern="1200" dirty="0"/>
            <a:t>UI</a:t>
          </a:r>
          <a:r>
            <a:rPr lang="ko-KR" altLang="en-US" sz="2300" kern="1200" dirty="0"/>
            <a:t>를 추가해야 하다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2214591"/>
        <a:ext cx="6900512" cy="1106957"/>
      </dsp:txXfrm>
    </dsp:sp>
    <dsp:sp modelId="{D4E310D5-4D28-48DE-A597-CB3CDACFD8C9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BCC80-BEE4-4E94-AA43-E8CA19A8E92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모든것의 규모는 컴퓨터에 적합하지 않다</a:t>
          </a:r>
          <a:r>
            <a:rPr lang="en-MY" altLang="ko-KR" sz="2300" kern="1200" dirty="0"/>
            <a:t>.</a:t>
          </a:r>
          <a:endParaRPr lang="en-US" sz="2300" kern="1200" dirty="0"/>
        </a:p>
      </dsp:txBody>
      <dsp:txXfrm>
        <a:off x="0" y="3321549"/>
        <a:ext cx="6900512" cy="1106957"/>
      </dsp:txXfrm>
    </dsp:sp>
    <dsp:sp modelId="{B129E1F4-47A2-4DDF-85F2-3BDBE42F4382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A7765-AB34-49DB-958F-6C492A8DE003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47FFE-DFC1-42CB-B6CF-0FF06EA3DA40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0EBB1-ECC8-489C-A6BB-CA62B585DEE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225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23d5622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23d5622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23d56221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23d56221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23d56221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23d56221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23d56221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23d56221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23d56221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23d56221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281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23d56221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23d56221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641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23d56221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23d56221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252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23d56221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23d56221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934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23d56221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23d56221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A36E-B579-E1C8-ABF5-F5F82B140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9CA83-BCBF-F07D-220D-1C01A009F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941F8-7F6D-98B3-8D37-BF9B624B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15EC-4517-3729-40FC-878C00669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193EE-877B-D01A-034F-9CCC3B3C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873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3C26-75EC-CDAA-3F6F-279D5969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AA79A-662B-2383-C75C-CDA62A7D5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4A705-4454-684D-51CC-B24D81F5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C6E85-F92B-4905-5963-61D68653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AF98F-904A-7126-6A78-7D521067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688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43A8-7391-0AD4-5D14-7BD1879D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7C21-D936-A654-940A-1D3940249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4337E-DC7F-F35F-8B42-71C82999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3982C-19D0-E4F4-C091-152D87CA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07E0-8406-3DC3-DEB9-FA327758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099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F9D4-E412-C283-27A3-7A97147F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35ED5-19C9-6F59-9CA4-5DEA5378E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492-59C4-88FB-5D75-EC054CE14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D868E-C86D-33DD-0CB3-A68B4A6E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9BF32-C7C4-3645-EEDE-D154D936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8743A-6DF9-2022-2AC9-785221E4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425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13BE-9C4C-E4D3-0A76-4E1C4008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ACA17-840B-0F96-4386-6AF98F005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06305-1A91-4AF1-0AEB-C2C29EB1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083BC-3B71-CB25-E0BE-1CF5FA65C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42D86-51A6-903B-4932-56A34D1DA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3B6AA-B33A-D181-634A-5DAE1D44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4B570-99E1-8BA4-F777-3EB06415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9FA71-2F9D-739F-DFB9-88AAFA8D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050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EDF68-9CA9-7F93-20EA-C4ADFDDD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2519B-9FD3-B041-2EC0-0C2810F6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95EDB-23AA-1F8F-08EC-89C1D402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1E036-9DD8-3D32-7E14-AB1A3F29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528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74CFD-D8C1-4037-DE1E-673C0D81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C3FFC-5339-01FB-C04C-0449DCBF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6DF59-3BB1-501F-16D3-B8056B43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388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A39-D4D6-3180-52A5-FC1E0E6D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DCCE-71EF-6434-D487-85BC39B42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CB906-BBE1-3C46-FFC3-CFE253BB9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74138-6C57-75A4-BD33-94CEF5BB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C3331-347B-E769-543A-0D404E51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CC78-6700-D67D-47B2-48982DC9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759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064B-13D9-4CDE-C15F-E37FF782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E30EC-E04F-34C3-7ED2-A23BB54B8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21B4E-1721-4A87-11CC-5CF748AE4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094B8-0EE9-4CD7-08DD-2491D1A7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63B92-0CDD-05C9-12C6-B59A8735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8A250-14DB-E107-B076-826B908A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E186-8D3E-7294-9B80-FBF41075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E8182-7FA2-6C25-AFFF-D8BEBF838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437E-0020-F35D-7662-BD081EFD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F9D90-18D4-7052-B7B2-B5F6D94A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BC24-700D-8EF6-E2D4-5EAFE1A6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272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346E0-4A52-AD8D-5763-4EC0A257E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EB6A8-5C38-24DE-04F2-AF82FCA18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8DEA-85B1-AB1A-0A10-E7CFECA8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7C4D2-A11E-CAC8-C56D-12CA71B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8AB5A-94FE-15C5-AAAF-58AFD7D8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6425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3975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2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1110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4398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75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148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0813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0275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5051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3072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9576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223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C6B06-444C-84B1-2613-552B46AA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7FBDB-B2EF-FEB8-2FA9-716880299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F5539-5E36-A1A3-1BA5-F2E402679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FDFF-B169-40B9-A911-128C240CAE74}" type="datetimeFigureOut">
              <a:rPr lang="en-MY" smtClean="0"/>
              <a:t>23/12/2023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CEEE2-FCC8-9ED3-5EBD-90449EE8B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66BB-6E75-C181-B2FC-4F432184B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6308B-EC79-4206-B350-4D13309FAF4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531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43015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video game&#10;&#10;Description automatically generated">
            <a:extLst>
              <a:ext uri="{FF2B5EF4-FFF2-40B4-BE49-F238E27FC236}">
                <a16:creationId xmlns:a16="http://schemas.microsoft.com/office/drawing/2014/main" id="{0E800BDA-2FB6-C571-7A23-7492D187E5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" r="1" b="1"/>
          <a:stretch/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D74C8-DA86-A76B-4585-6671581E5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3306869"/>
            <a:ext cx="7927785" cy="1620665"/>
          </a:xfrm>
        </p:spPr>
        <p:txBody>
          <a:bodyPr>
            <a:normAutofit/>
          </a:bodyPr>
          <a:lstStyle/>
          <a:p>
            <a:pPr algn="l"/>
            <a:r>
              <a:rPr lang="en-MY" b="1" dirty="0">
                <a:solidFill>
                  <a:srgbClr val="FFFFFF"/>
                </a:solidFill>
                <a:latin typeface="HelveticaNeueLT Std" panose="020B0804020202020204" pitchFamily="34" charset="0"/>
              </a:rPr>
              <a:t>Xenolith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7B9D6-0236-2902-9060-25E53CC92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325" y="4946358"/>
            <a:ext cx="7942381" cy="618479"/>
          </a:xfrm>
        </p:spPr>
        <p:txBody>
          <a:bodyPr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22012905 Ammar Badran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22012904 Muhammad </a:t>
            </a:r>
            <a:r>
              <a:rPr lang="en-US" sz="2000" dirty="0" err="1">
                <a:solidFill>
                  <a:srgbClr val="FFFFFF"/>
                </a:solidFill>
              </a:rPr>
              <a:t>Naqib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22012906 Muhammad Farhan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22012907 </a:t>
            </a:r>
            <a:r>
              <a:rPr lang="en-US" sz="2000" dirty="0" err="1">
                <a:solidFill>
                  <a:srgbClr val="FFFFFF"/>
                </a:solidFill>
              </a:rPr>
              <a:t>Nazirul</a:t>
            </a:r>
            <a:r>
              <a:rPr lang="en-US" sz="2000" dirty="0">
                <a:solidFill>
                  <a:srgbClr val="FFFFFF"/>
                </a:solidFill>
              </a:rPr>
              <a:t> Hadi</a:t>
            </a:r>
            <a:endParaRPr lang="en-MY" sz="2000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40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A75791-ABD6-45E2-B58A-77112BD0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9425FA-11ED-C98E-8D45-8BE5D6A8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69448"/>
            <a:ext cx="7202485" cy="1087890"/>
          </a:xfrm>
        </p:spPr>
        <p:txBody>
          <a:bodyPr anchor="t">
            <a:normAutofit/>
          </a:bodyPr>
          <a:lstStyle/>
          <a:p>
            <a:r>
              <a:rPr lang="en" sz="4800" b="1" u="sng" dirty="0"/>
              <a:t>Market research/benchmark</a:t>
            </a:r>
            <a:endParaRPr lang="en-MY" sz="4800" b="1" u="sng" dirty="0"/>
          </a:p>
        </p:txBody>
      </p:sp>
      <p:pic>
        <p:nvPicPr>
          <p:cNvPr id="13" name="Google Shape;58;p13">
            <a:extLst>
              <a:ext uri="{FF2B5EF4-FFF2-40B4-BE49-F238E27FC236}">
                <a16:creationId xmlns:a16="http://schemas.microsoft.com/office/drawing/2014/main" id="{E494971C-5075-1C83-3CB6-86B7B27397EF}"/>
              </a:ext>
            </a:extLst>
          </p:cNvPr>
          <p:cNvPicPr preferRelativeResize="0"/>
          <p:nvPr/>
        </p:nvPicPr>
        <p:blipFill rotWithShape="1">
          <a:blip r:embed="rId2"/>
          <a:srcRect l="5786" r="6764" b="-3"/>
          <a:stretch/>
        </p:blipFill>
        <p:spPr>
          <a:xfrm>
            <a:off x="549281" y="2133600"/>
            <a:ext cx="2280713" cy="4172921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16B6-4C58-3A5F-632F-AB5C4CF8B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6787" y="2133600"/>
            <a:ext cx="3313114" cy="3783015"/>
          </a:xfrm>
        </p:spPr>
        <p:txBody>
          <a:bodyPr anchor="t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en-MY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Screenshot of game (Galaxy Shooter (Google Play Store))</a:t>
            </a:r>
          </a:p>
          <a:p>
            <a:pPr marL="0" indent="0">
              <a:buNone/>
            </a:pPr>
            <a:endParaRPr lang="en-MY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12" name="Google Shape;57;p13">
            <a:extLst>
              <a:ext uri="{FF2B5EF4-FFF2-40B4-BE49-F238E27FC236}">
                <a16:creationId xmlns:a16="http://schemas.microsoft.com/office/drawing/2014/main" id="{CE54B55F-BFBD-22EA-DAA6-D10F8C768265}"/>
              </a:ext>
            </a:extLst>
          </p:cNvPr>
          <p:cNvPicPr preferRelativeResize="0"/>
          <p:nvPr/>
        </p:nvPicPr>
        <p:blipFill rotWithShape="1">
          <a:blip r:embed="rId3"/>
          <a:srcRect l="12476"/>
          <a:stretch/>
        </p:blipFill>
        <p:spPr>
          <a:xfrm>
            <a:off x="3009941" y="2133600"/>
            <a:ext cx="2282400" cy="4172400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007CC016-048B-5ABF-C608-11E904DD1C13}"/>
              </a:ext>
            </a:extLst>
          </p:cNvPr>
          <p:cNvPicPr preferRelativeResize="0"/>
          <p:nvPr/>
        </p:nvPicPr>
        <p:blipFill rotWithShape="1">
          <a:blip r:embed="rId4"/>
          <a:srcRect l="5017" r="5307"/>
          <a:stretch/>
        </p:blipFill>
        <p:spPr>
          <a:xfrm>
            <a:off x="5472289" y="2133600"/>
            <a:ext cx="2282400" cy="41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772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5B3F0-4F8F-CF39-C4ED-E4F2602A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ko-KR" altLang="en-US" sz="5400"/>
              <a:t>장점</a:t>
            </a:r>
            <a:endParaRPr lang="en-MY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5E9D2C-4B2B-BD25-E0E2-EBE4AF7A2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07742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608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5B3F0-4F8F-CF39-C4ED-E4F2602A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ko-KR" altLang="en-US" sz="5400" dirty="0"/>
              <a:t>단점</a:t>
            </a:r>
            <a:endParaRPr lang="en-MY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83A262-D80C-F3DD-806B-3B4E950B2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33263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384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E92B8-C1A4-9C2F-E2B5-7A91D3C9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8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Game Genre: Shooting (</a:t>
            </a:r>
            <a:r>
              <a:rPr lang="ko-KR" sz="48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슈팅</a:t>
            </a:r>
            <a:r>
              <a:rPr lang="en-US" sz="48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MY" sz="48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F997-E715-661D-4B64-90EEA164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2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The game is easy to play and understand for beginners.  </a:t>
            </a:r>
            <a:endParaRPr lang="en-MY" sz="2200" kern="10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22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Because shooting games can also have score system which able the players to compete in the scoreboard. It also motivates the player to play more.</a:t>
            </a:r>
            <a:endParaRPr lang="en-MY" sz="2200" kern="10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22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Usually, shooting games also have power system that allows the player to upgrade their current weapon to stronger weapon, as example new weapon can give more damage. </a:t>
            </a:r>
            <a:endParaRPr lang="en-MY" sz="2200" kern="10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369800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A6AB-9C10-60A9-F00B-AFF9FB71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138265"/>
            <a:ext cx="3056625" cy="2909296"/>
          </a:xfrm>
        </p:spPr>
        <p:txBody>
          <a:bodyPr anchor="t">
            <a:normAutofit/>
          </a:bodyPr>
          <a:lstStyle/>
          <a:p>
            <a:r>
              <a:rPr lang="en-MY" sz="3200" b="1" i="0">
                <a:effectLst/>
                <a:latin typeface="noto"/>
              </a:rPr>
              <a:t>Concept Game Description Summary</a:t>
            </a:r>
            <a:endParaRPr lang="en-MY" sz="3200" b="1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CD8E7C-C23B-A3B9-B18A-838AED8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D9982-B323-B760-38BE-04B999A1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755" y="753376"/>
            <a:ext cx="6661029" cy="5434637"/>
          </a:xfrm>
        </p:spPr>
        <p:txBody>
          <a:bodyPr>
            <a:normAutofit/>
          </a:bodyPr>
          <a:lstStyle/>
          <a:p>
            <a:r>
              <a:rPr lang="en-MY" sz="2000"/>
              <a:t>This game is a reference from Space Invaders</a:t>
            </a:r>
          </a:p>
          <a:p>
            <a:r>
              <a:rPr lang="en-MY" sz="2000"/>
              <a:t>Players piloting a laser cannon/battle aircraft at the bottom of the screen </a:t>
            </a:r>
          </a:p>
          <a:p>
            <a:r>
              <a:rPr lang="en-MY" sz="2000"/>
              <a:t>To defend Earth from alien invaders by shooting them down before they reach the bottom of the screen</a:t>
            </a:r>
          </a:p>
          <a:p>
            <a:r>
              <a:rPr lang="en-MY" sz="2000"/>
              <a:t>While facing increasing levels of difficulty and support items to complete each levels</a:t>
            </a:r>
          </a:p>
          <a:p>
            <a:r>
              <a:rPr lang="en-MY" sz="2000"/>
              <a:t>Simple yet addictive gameplay</a:t>
            </a:r>
          </a:p>
        </p:txBody>
      </p:sp>
    </p:spTree>
    <p:extLst>
      <p:ext uri="{BB962C8B-B14F-4D97-AF65-F5344CB8AC3E}">
        <p14:creationId xmlns:p14="http://schemas.microsoft.com/office/powerpoint/2010/main" val="386952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C87DE-2565-141B-4EC3-B33F3DCB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MY" sz="5400" b="1"/>
              <a:t>Fun Factor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A921-12C5-D0B6-3591-F64842C4B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MY" sz="2000" b="1" i="0" dirty="0">
                <a:effectLst/>
                <a:latin typeface="Söhne"/>
              </a:rPr>
              <a:t>Nostalgic Appeal: </a:t>
            </a:r>
            <a:r>
              <a:rPr lang="en-MY" sz="2000" i="0" dirty="0">
                <a:effectLst/>
                <a:latin typeface="Söhne"/>
              </a:rPr>
              <a:t>Brings back memories of classic arcade games.</a:t>
            </a:r>
            <a:endParaRPr lang="en-MY" sz="2000" b="1" i="0" dirty="0">
              <a:effectLst/>
              <a:latin typeface="Söhne"/>
            </a:endParaRPr>
          </a:p>
          <a:p>
            <a:r>
              <a:rPr lang="en-MY" sz="2000" b="1" i="0" dirty="0">
                <a:effectLst/>
                <a:latin typeface="Söhne"/>
              </a:rPr>
              <a:t>Addictive Gameplay: </a:t>
            </a:r>
            <a:r>
              <a:rPr lang="en-MY" sz="2000" i="0" dirty="0">
                <a:effectLst/>
                <a:latin typeface="Söhne"/>
              </a:rPr>
              <a:t>Simple yet keeps player engaged (occupied).</a:t>
            </a:r>
            <a:endParaRPr lang="en-MY" sz="2000" b="1" i="0" dirty="0">
              <a:effectLst/>
              <a:latin typeface="Söhne"/>
            </a:endParaRPr>
          </a:p>
          <a:p>
            <a:r>
              <a:rPr lang="en-MY" sz="2000" b="1" i="0" dirty="0">
                <a:effectLst/>
                <a:latin typeface="Söhne"/>
              </a:rPr>
              <a:t>Beginner Friendly: </a:t>
            </a:r>
            <a:r>
              <a:rPr lang="en-MY" sz="2000" i="0" dirty="0">
                <a:effectLst/>
                <a:latin typeface="Söhne"/>
              </a:rPr>
              <a:t>Easy for newcomers to learn the game.</a:t>
            </a:r>
            <a:endParaRPr lang="en-MY" sz="2000" b="1" i="0" dirty="0">
              <a:effectLst/>
              <a:latin typeface="Söhne"/>
            </a:endParaRPr>
          </a:p>
          <a:p>
            <a:r>
              <a:rPr lang="en-MY" sz="2000" b="1" i="0" dirty="0">
                <a:effectLst/>
                <a:latin typeface="Söhne"/>
              </a:rPr>
              <a:t>Competitive Element: </a:t>
            </a:r>
            <a:r>
              <a:rPr lang="en-MY" sz="2000" i="0" dirty="0">
                <a:effectLst/>
                <a:latin typeface="Söhne"/>
              </a:rPr>
              <a:t>Striving to out</a:t>
            </a:r>
            <a:r>
              <a:rPr lang="en-MY" sz="2000" dirty="0">
                <a:latin typeface="Söhne"/>
              </a:rPr>
              <a:t>do their previous high score.</a:t>
            </a:r>
          </a:p>
        </p:txBody>
      </p:sp>
    </p:spTree>
    <p:extLst>
      <p:ext uri="{BB962C8B-B14F-4D97-AF65-F5344CB8AC3E}">
        <p14:creationId xmlns:p14="http://schemas.microsoft.com/office/powerpoint/2010/main" val="139282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67643-AFE4-CF49-B7D1-D41DB1DC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MY" sz="5400" b="1"/>
              <a:t>Backstory and Goal of the Game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6162-AAF0-D4C1-678F-46388DC6B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MY" sz="2200" b="1"/>
              <a:t>Backstory: </a:t>
            </a:r>
            <a:r>
              <a:rPr lang="en-MY" sz="2200"/>
              <a:t>Earth has been taken over by alien race known as the "Xenoliths.“ The Xenoliths are known for their formidable war machines.</a:t>
            </a:r>
          </a:p>
          <a:p>
            <a:r>
              <a:rPr lang="en-MY" sz="2200"/>
              <a:t>Players take on the role of a skilled pilot operating the "Retroceptor," stole from alien technology in secret resistance efforts.</a:t>
            </a:r>
          </a:p>
          <a:p>
            <a:r>
              <a:rPr lang="en-MY" sz="2200"/>
              <a:t>As players progress, they uncover the true motivations behind the Xenoliths' conquest.</a:t>
            </a:r>
          </a:p>
          <a:p>
            <a:r>
              <a:rPr lang="en-MY" sz="2200" b="1"/>
              <a:t>Goal: </a:t>
            </a:r>
            <a:r>
              <a:rPr lang="en-MY" sz="2200"/>
              <a:t>Players must strategically destroy the Xenolith's war machines</a:t>
            </a:r>
          </a:p>
          <a:p>
            <a:r>
              <a:rPr lang="en-MY" sz="2200"/>
              <a:t>Confront the powerful Xenolith leader in a final battle.</a:t>
            </a:r>
          </a:p>
          <a:p>
            <a:r>
              <a:rPr lang="en-MY" sz="2200"/>
              <a:t>To save the humanity from extinct.</a:t>
            </a:r>
          </a:p>
        </p:txBody>
      </p:sp>
    </p:spTree>
    <p:extLst>
      <p:ext uri="{BB962C8B-B14F-4D97-AF65-F5344CB8AC3E}">
        <p14:creationId xmlns:p14="http://schemas.microsoft.com/office/powerpoint/2010/main" val="144601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D8E71-9805-BEC3-707E-02CDE076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Detailed Scenario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7B7C86C3-2E3E-5979-19E6-18B91FB1D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386173"/>
            <a:ext cx="7214616" cy="405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66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76927-FA88-8921-51F0-C088F05C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54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 </a:t>
            </a:r>
            <a:r>
              <a:rPr lang="ko-KR" sz="54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선택 </a:t>
            </a:r>
            <a:r>
              <a:rPr lang="en-MY" altLang="ko-KR" sz="5400" kern="1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sz="54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아이템</a:t>
            </a:r>
            <a:r>
              <a:rPr lang="en-MY" altLang="ko-KR" sz="540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sz="5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MY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9E15-6B94-D9F6-5501-9224C5E9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spcAft>
                <a:spcPts val="800"/>
              </a:spcAft>
              <a:buNone/>
            </a:pPr>
            <a:endParaRPr lang="en-MY" sz="1900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en-US" sz="1900" b="1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a) </a:t>
            </a:r>
            <a:r>
              <a:rPr lang="ko-KR" sz="1900" b="1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좋은아이템 </a:t>
            </a:r>
            <a:endParaRPr lang="en-MY" sz="1900" b="1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헬스 아이템 – 사용자의 헬스 바를 증가함</a:t>
            </a:r>
            <a:endParaRPr lang="en-MY" sz="1900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- 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동력 아이템</a:t>
            </a: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무기</a:t>
            </a: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– 탄환 수 증가</a:t>
            </a: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주어진 피해량 증가 </a:t>
            </a:r>
            <a:endParaRPr lang="en-MY" sz="1900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en-US" sz="1900" b="1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b) </a:t>
            </a:r>
            <a:r>
              <a:rPr lang="ko-KR" sz="1900" b="1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나쁜 아이템 </a:t>
            </a:r>
            <a:endParaRPr lang="en-MY" altLang="ko-KR" sz="1900" b="1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sz="1900" kern="1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속도아이템 – 외계인이 오는 속도를 높음</a:t>
            </a:r>
            <a:endParaRPr lang="en-MY" sz="1900" kern="1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MY" sz="1900" dirty="0"/>
          </a:p>
        </p:txBody>
      </p:sp>
    </p:spTree>
    <p:extLst>
      <p:ext uri="{BB962C8B-B14F-4D97-AF65-F5344CB8AC3E}">
        <p14:creationId xmlns:p14="http://schemas.microsoft.com/office/powerpoint/2010/main" val="287250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5BA1EF0-027E-8976-D893-944268359E4E}"/>
              </a:ext>
            </a:extLst>
          </p:cNvPr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요구사항이름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플레이어의 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NAZIRUL HADI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2023/10/16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플레이어는 </a:t>
                      </a:r>
                      <a:r>
                        <a:rPr lang="en-MY" altLang="ko-KR" sz="1200" dirty="0"/>
                        <a:t>W</a:t>
                      </a:r>
                      <a:r>
                        <a:rPr lang="ko-KR" altLang="en-US" sz="1200" dirty="0"/>
                        <a:t>키와 </a:t>
                      </a:r>
                      <a:r>
                        <a:rPr lang="en-MY" altLang="ko-KR" sz="1200" dirty="0"/>
                        <a:t>D</a:t>
                      </a:r>
                      <a:r>
                        <a:rPr lang="ko-KR" altLang="en-US" sz="1200" dirty="0"/>
                        <a:t>키를 이용해 두 방향으로 움직이며 </a:t>
                      </a:r>
                      <a:r>
                        <a:rPr lang="en-US" altLang="ko-KR" sz="1200" dirty="0"/>
                        <a:t>spacebar</a:t>
                      </a:r>
                      <a:r>
                        <a:rPr lang="ko-KR" altLang="en-US" sz="1200" dirty="0"/>
                        <a:t>키로 레이저 탄환을 발사한다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A, D, Spacebar</a:t>
                      </a:r>
                      <a:r>
                        <a:rPr lang="ko-KR" altLang="en-US" sz="1200" dirty="0"/>
                        <a:t> 키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J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A, D = </a:t>
                      </a:r>
                      <a:r>
                        <a:rPr lang="ko-KR" altLang="en-US" sz="1200" dirty="0"/>
                        <a:t>왼쪽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오른쪽 방향으로 동작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Space = </a:t>
                      </a:r>
                      <a:r>
                        <a:rPr lang="ko-KR" altLang="en-US" sz="1200" dirty="0"/>
                        <a:t>레이저 탄환을 쏜다</a:t>
                      </a:r>
                      <a:endParaRPr lang="en-MY" altLang="ko-KR" sz="1200" dirty="0"/>
                    </a:p>
                    <a:p>
                      <a:pPr latinLnBrk="1"/>
                      <a:r>
                        <a:rPr lang="en-US" altLang="ko-KR" sz="1200" dirty="0"/>
                        <a:t>J = </a:t>
                      </a:r>
                      <a:r>
                        <a:rPr lang="ko-KR" altLang="en-US" sz="1200" dirty="0"/>
                        <a:t>아이템을 쓴다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플레이어는 주변이 </a:t>
                      </a:r>
                      <a:r>
                        <a:rPr lang="en-US" altLang="ko-KR" sz="1200" dirty="0"/>
                        <a:t>0</a:t>
                      </a:r>
                      <a:r>
                        <a:rPr lang="ko-KR" altLang="en-US" sz="1200" dirty="0"/>
                        <a:t>이면 움직일 수 있다</a:t>
                      </a:r>
                      <a:br>
                        <a:rPr lang="ko-KR" altLang="en-US" sz="1200" dirty="0"/>
                      </a:b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키를 누르면 플레이어가 움직이다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레이저 탄환 동작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92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3">
            <a:extLst>
              <a:ext uri="{FF2B5EF4-FFF2-40B4-BE49-F238E27FC236}">
                <a16:creationId xmlns:a16="http://schemas.microsoft.com/office/drawing/2014/main" id="{02219EAD-78D2-E1D1-9C29-BABF4FA52FEF}"/>
              </a:ext>
            </a:extLst>
          </p:cNvPr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요구사항이름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총알 움직임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파르한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 – 10 –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의 총알이 </a:t>
                      </a: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로 곧장 이동할 것이다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의 총알이 </a:t>
                      </a: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로 곧장 이동할 것이다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의 위치 좌표가 계속 변해서 </a:t>
                      </a: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에서 나오는 총알도 바뀔 것이다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의 총알 현재 위치 좌표</a:t>
                      </a:r>
                      <a:r>
                        <a:rPr lang="en-US" altLang="ko-KR" sz="1200" dirty="0"/>
                        <a:t>, NPC</a:t>
                      </a:r>
                      <a:r>
                        <a:rPr lang="ko-KR" altLang="en-US" sz="1200" dirty="0"/>
                        <a:t>의 총알 현재 위치 좌표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의 총알 다음 위치 좌표</a:t>
                      </a:r>
                      <a:r>
                        <a:rPr lang="en-US" altLang="ko-KR" sz="1200" dirty="0"/>
                        <a:t>, NPC</a:t>
                      </a:r>
                      <a:r>
                        <a:rPr lang="ko-KR" altLang="en-US" sz="1200" dirty="0"/>
                        <a:t>의 총알 다음 위치 좌표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에서 </a:t>
                      </a: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로 총알이 이동 방향 검사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에서 </a:t>
                      </a: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로 총알이 이동 방향 검사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를 움직인 상태에서 </a:t>
                      </a: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의 총알 위치를 이동하는지 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를 움직인 상태에서 </a:t>
                      </a:r>
                      <a:r>
                        <a:rPr lang="en-US" altLang="ko-KR" sz="1200" dirty="0"/>
                        <a:t>PC</a:t>
                      </a:r>
                      <a:r>
                        <a:rPr lang="ko-KR" altLang="en-US" sz="1200" dirty="0"/>
                        <a:t>의 총알 위치를 이동하는지 </a:t>
                      </a:r>
                      <a:r>
                        <a:rPr lang="ko-KR" altLang="en-US" sz="1200"/>
                        <a:t>여부 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F4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873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199DABE1-E8A0-3BFA-867C-0C9E4D67D424}"/>
              </a:ext>
            </a:extLst>
          </p:cNvPr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요구사항이름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의 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NAZIRUL HADI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2023/10/16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MY" altLang="ko-KR" sz="1200" dirty="0"/>
                        <a:t>NPC</a:t>
                      </a:r>
                      <a:r>
                        <a:rPr lang="ko-KR" altLang="en-US" sz="1200" dirty="0"/>
                        <a:t>는 게임보드 상단에 무작위로 생성되어 천천히 플레이어와 레이저를 향해 향한다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플레이어 현재 위치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의 위치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초기 </a:t>
                      </a:r>
                      <a:r>
                        <a:rPr lang="en-MY" altLang="ko-KR" sz="1200" dirty="0"/>
                        <a:t>NPC </a:t>
                      </a:r>
                      <a:r>
                        <a:rPr lang="ko-KR" altLang="en-US" sz="1200" dirty="0"/>
                        <a:t>위치와 속도를 정의하고 초기 위치와 속도를 기준으로 예상 위치를 계산한다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의 산란 속도가 </a:t>
                      </a:r>
                      <a:r>
                        <a:rPr lang="ko-KR" altLang="en-US" sz="1200" dirty="0" err="1"/>
                        <a:t>빨라짐</a:t>
                      </a:r>
                      <a:br>
                        <a:rPr lang="ko-KR" altLang="en-US" sz="1200" dirty="0"/>
                      </a:b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F1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85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84;p1">
            <a:extLst>
              <a:ext uri="{FF2B5EF4-FFF2-40B4-BE49-F238E27FC236}">
                <a16:creationId xmlns:a16="http://schemas.microsoft.com/office/drawing/2014/main" id="{B3AA6EB5-49F6-394F-3AAC-5A642FA2570B}"/>
              </a:ext>
            </a:extLst>
          </p:cNvPr>
          <p:cNvGraphicFramePr/>
          <p:nvPr/>
        </p:nvGraphicFramePr>
        <p:xfrm>
          <a:off x="1811550" y="980725"/>
          <a:ext cx="8568900" cy="4896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2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 dirty="0"/>
                        <a:t>요구사항 번호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F4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요구사항이름</a:t>
                      </a:r>
                      <a:endParaRPr sz="1200" b="1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dirty="0"/>
                        <a:t>충돌 감지 기능</a:t>
                      </a:r>
                      <a:endParaRPr sz="12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요구사항유형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</a:rPr>
                        <a:t>기능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작성자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Naqib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작성일/변경일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2023-10-16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릴리즈/버전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u="none" strike="noStrike" cap="none" dirty="0"/>
                        <a:t>0.5</a:t>
                      </a:r>
                      <a:endParaRPr sz="12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내용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이 기능은 우리 배에서 날아온 bullet이 enemy에게 맞았는지를 감지한다</a:t>
                      </a:r>
                      <a:endParaRPr sz="1200"/>
                    </a:p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bullet이 enemy에게 명중하면 enemy의 체력 지점이 감소하여 파괴된다</a:t>
                      </a:r>
                      <a:endParaRPr sz="1200"/>
                    </a:p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bullet도 enemy과 부딪히면 없어진다 </a:t>
                      </a:r>
                      <a:endParaRPr sz="12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입력데이터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bullet 위치, enemy 위치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출력데이터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탄환상태(적과의 충돌여부)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테스트 방법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 위치를 확인한다</a:t>
                      </a:r>
                      <a:endParaRPr sz="1200"/>
                    </a:p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bullet이 enemy과 충돌하는지 확인한다</a:t>
                      </a:r>
                      <a:endParaRPr sz="12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평가 기준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bullet이 enemy을 명중시켰을 때 결탁이 감지되었는지 여부</a:t>
                      </a:r>
                      <a:endParaRPr sz="1200"/>
                    </a:p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bullet이 enemy을 격파한다</a:t>
                      </a:r>
                      <a:endParaRPr sz="1200"/>
                    </a:p>
                    <a:p>
                      <a:pPr marL="457200" marR="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bullet은 enemy을 맞고 사라진다</a:t>
                      </a:r>
                      <a:endParaRPr sz="1200"/>
                    </a:p>
                  </a:txBody>
                  <a:tcPr marL="91450" marR="91450" marT="45725" marB="457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우선순위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상</a:t>
                      </a:r>
                      <a:endParaRPr sz="7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변경가능성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중</a:t>
                      </a:r>
                      <a:endParaRPr sz="7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/>
                        <a:t>관련요구사항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dirty="0"/>
                        <a:t>F2</a:t>
                      </a:r>
                      <a:endParaRPr sz="12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40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8B81860C-103B-312A-CBB0-A462DA402D93}"/>
              </a:ext>
            </a:extLst>
          </p:cNvPr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F5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요구사항이름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게임 오버 표시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바드란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작성일</a:t>
                      </a:r>
                      <a:r>
                        <a:rPr lang="en-US" altLang="ko-KR" sz="1200" b="1"/>
                        <a:t>/</a:t>
                      </a:r>
                      <a:r>
                        <a:rPr lang="ko-KR" altLang="en-US" sz="1200" b="1"/>
                        <a:t>변경일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2023 – 10 –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모든 게임에는 승리와 패배가 있다</a:t>
                      </a:r>
                      <a:r>
                        <a:rPr lang="en-MY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라이브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되면 게임이 끝난다</a:t>
                      </a:r>
                      <a:r>
                        <a:rPr lang="en-MY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게임이 끝나면 게임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"/>
                          <a:ea typeface="+mn-ea"/>
                          <a:cs typeface="+mn-cs"/>
                        </a:rPr>
                        <a:t>오버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표시한다</a:t>
                      </a:r>
                      <a:r>
                        <a:rPr lang="en-MY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라이브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게임 디스플레이 변경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게임 디스플레이 변경 검사</a:t>
                      </a:r>
                      <a:br>
                        <a:rPr lang="ko-KR" altLang="en-US" sz="1200" dirty="0"/>
                      </a:b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라이브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되면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게임 디스플레이 변경 여부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F4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134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4640AABA-CE46-5734-2858-98F962BD288F}"/>
              </a:ext>
            </a:extLst>
          </p:cNvPr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F6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요구사항이름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아이템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바드란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작성일</a:t>
                      </a:r>
                      <a:r>
                        <a:rPr lang="en-US" altLang="ko-KR" sz="1200" b="1"/>
                        <a:t>/</a:t>
                      </a:r>
                      <a:r>
                        <a:rPr lang="ko-KR" altLang="en-US" sz="1200" b="1"/>
                        <a:t>변경일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2023 – 10 –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좋은 아이템은 건강 아이템과 파워업 아이템입니다</a:t>
                      </a:r>
                      <a:r>
                        <a:rPr lang="en-MY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나쁜 아이템은 </a:t>
                      </a: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NPC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의 이동속도를 높이는 속도 아이템입니다</a:t>
                      </a:r>
                      <a:r>
                        <a:rPr lang="en-MY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플레이어와 아이템의 충돌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플레이어의 라이브</a:t>
                      </a: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플레이어의 데미지 출력</a:t>
                      </a: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, NPC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의 이동 속도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건강 아이템이 있는지 플레이어의 라이브 검사</a:t>
                      </a:r>
                      <a:endParaRPr lang="en-MY" altLang="ko-KR" sz="1200" b="0" i="0" dirty="0">
                        <a:solidFill>
                          <a:srgbClr val="000000"/>
                        </a:solidFill>
                        <a:effectLst/>
                        <a:latin typeface="noto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파워업 아이템이 있는지 </a:t>
                      </a: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플레이어의 데미지 출력 검사</a:t>
                      </a:r>
                      <a:endParaRPr lang="en-MY" altLang="ko-KR" sz="1200" b="0" i="0" dirty="0">
                        <a:solidFill>
                          <a:srgbClr val="000000"/>
                        </a:solidFill>
                        <a:effectLst/>
                        <a:latin typeface="noto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속도 아이템이 있는지 </a:t>
                      </a: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NPC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의 이동 속도</a:t>
                      </a:r>
                      <a:r>
                        <a:rPr lang="en-MY" altLang="ko-KR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검사</a:t>
                      </a:r>
                      <a:br>
                        <a:rPr lang="ko-KR" altLang="en-US" sz="1200" dirty="0"/>
                      </a:b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각 아이템을 차별화하는 방법 여부</a:t>
                      </a:r>
                      <a:endParaRPr lang="en-MY" altLang="ko-KR" sz="1200" b="0" i="0" dirty="0">
                        <a:solidFill>
                          <a:srgbClr val="000000"/>
                        </a:solidFill>
                        <a:effectLst/>
                        <a:latin typeface="noto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latin typeface="noto"/>
                        </a:rPr>
                        <a:t>플레이어가 아이템과 충돌한다면 게임이 영향을 있는지 여부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MY" altLang="ko-KR" sz="1200" dirty="0"/>
                        <a:t>F1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436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47528" y="1052736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요구사항이름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GameOver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파르한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 – 11 –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특정 조건이 충족된 후 게임을 중지하는 것</a:t>
                      </a:r>
                      <a:r>
                        <a:rPr lang="en-US" altLang="ko-KR" sz="1200" dirty="0"/>
                        <a:t>(NPC</a:t>
                      </a:r>
                      <a:r>
                        <a:rPr lang="ko-KR" altLang="en-US" sz="1200" dirty="0"/>
                        <a:t>가 플레이어를 강타하거나 플레이어가 더 이상 생명이 없을 때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Players.x</a:t>
                      </a:r>
                      <a:r>
                        <a:rPr lang="en-US" altLang="ko-KR" sz="1200" dirty="0"/>
                        <a:t> &amp; </a:t>
                      </a:r>
                      <a:r>
                        <a:rPr lang="en-US" altLang="ko-KR" sz="1200" dirty="0" err="1"/>
                        <a:t>players.y</a:t>
                      </a:r>
                      <a:r>
                        <a:rPr lang="en-US" altLang="ko-KR" sz="1200" dirty="0"/>
                        <a:t> and aliens[</a:t>
                      </a:r>
                      <a:r>
                        <a:rPr lang="en-US" altLang="ko-KR" sz="1200" dirty="0" err="1"/>
                        <a:t>i</a:t>
                      </a:r>
                      <a:r>
                        <a:rPr lang="en-US" altLang="ko-KR" sz="1200" dirty="0"/>
                        <a:t>].x &amp; aliens[</a:t>
                      </a:r>
                      <a:r>
                        <a:rPr lang="en-US" altLang="ko-KR" sz="1200" dirty="0" err="1"/>
                        <a:t>i</a:t>
                      </a:r>
                      <a:r>
                        <a:rPr lang="en-US" altLang="ko-KR" sz="1200" dirty="0"/>
                        <a:t>].Y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없음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가 플레이어를 때리거나 </a:t>
                      </a:r>
                      <a:r>
                        <a:rPr lang="en-US" altLang="ko-KR" sz="1200" dirty="0"/>
                        <a:t>NPC </a:t>
                      </a:r>
                      <a:r>
                        <a:rPr lang="ko-KR" altLang="en-US" sz="1200" dirty="0"/>
                        <a:t>총알에 맞아 플레이어가 헬스를 줄임 것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충돌 후 게임을 끝날 수 있음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게임 종료 후 게임을 재설정할 수 있음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F4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214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11523" y="539208"/>
          <a:ext cx="8568954" cy="5779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요구사항이름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itemSelect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파르한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 – 11 –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이는 게임 내 아이템 수를 선택하는 데 사용됨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예를 들어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좋은 아이템</a:t>
                      </a:r>
                      <a:r>
                        <a:rPr lang="en-US" altLang="ko-KR" sz="1200" dirty="0"/>
                        <a:t>: </a:t>
                      </a:r>
                    </a:p>
                    <a:p>
                      <a:pPr marL="1143000" marR="0" lvl="2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총알 증가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노란상자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1143000" marR="0" lvl="2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헬스 증가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빨간 하트 기호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685800" marR="0" lvl="1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불량품</a:t>
                      </a:r>
                      <a:r>
                        <a:rPr lang="en-US" altLang="ko-KR" sz="1200" dirty="0"/>
                        <a:t>:</a:t>
                      </a:r>
                    </a:p>
                    <a:p>
                      <a:pPr marL="1143000" marR="0" lvl="2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 헬스 증가함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초록색 심장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1143000" marR="0" lvl="2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총알 감소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파란색 상자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번 성공하면 아이템이 특정 좌표에 무작위로 나타나 아래로 떨어짐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없음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Item[</a:t>
                      </a:r>
                      <a:r>
                        <a:rPr lang="en-US" altLang="ko-KR" sz="1200" dirty="0" err="1"/>
                        <a:t>i</a:t>
                      </a:r>
                      <a:r>
                        <a:rPr lang="en-US" altLang="ko-KR" sz="1200" dirty="0"/>
                        <a:t>].x &amp; item[</a:t>
                      </a:r>
                      <a:r>
                        <a:rPr lang="en-US" altLang="ko-KR" sz="1200" dirty="0" err="1"/>
                        <a:t>i</a:t>
                      </a:r>
                      <a:r>
                        <a:rPr lang="en-US" altLang="ko-KR" sz="1200" dirty="0"/>
                        <a:t>].y &amp; item[</a:t>
                      </a:r>
                      <a:r>
                        <a:rPr lang="en-US" altLang="ko-KR" sz="1200" dirty="0" err="1"/>
                        <a:t>i</a:t>
                      </a:r>
                      <a:r>
                        <a:rPr lang="en-US" altLang="ko-KR" sz="1200" dirty="0"/>
                        <a:t>].</a:t>
                      </a:r>
                      <a:r>
                        <a:rPr lang="en-US" altLang="ko-KR" sz="1200" dirty="0" err="1"/>
                        <a:t>isActive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번 성공하면 물체는 </a:t>
                      </a:r>
                      <a:r>
                        <a:rPr lang="en-US" altLang="ko-KR" sz="1200" dirty="0"/>
                        <a:t>NPC </a:t>
                      </a:r>
                      <a:r>
                        <a:rPr lang="ko-KR" altLang="en-US" sz="1200" dirty="0"/>
                        <a:t>라인 아래의 임의의 좌표로 떨어짐</a:t>
                      </a:r>
                      <a:endParaRPr lang="en-US" altLang="ko-KR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플레이어는 아이템을 받을 </a:t>
                      </a:r>
                      <a:r>
                        <a:rPr lang="ko-KR" altLang="en-US" sz="1200"/>
                        <a:t>수 있음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/>
                        <a:t>NPC </a:t>
                      </a:r>
                      <a:r>
                        <a:rPr lang="ko-KR" altLang="en-US" sz="1200" dirty="0"/>
                        <a:t>아래 임의의 좌표에 표시 가능함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품목의 효과는 품목을 받은 직후에 발생함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F4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181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11523" y="980728"/>
          <a:ext cx="8568954" cy="4896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 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요구사항이름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updateBoard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요구사항유형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파르한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작성일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변경일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2023 – 11 –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릴리즈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버전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0.5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플레이어가 외계인을 치거나 외계인의 총알을 맞을 때마다 플레이어의 건강과 플레이어의 헬스를 업데이트함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맞으면 </a:t>
                      </a:r>
                      <a:r>
                        <a:rPr lang="en-US" altLang="ko-KR" sz="1200" dirty="0"/>
                        <a:t>Player</a:t>
                      </a:r>
                      <a:r>
                        <a:rPr lang="ko-KR" altLang="en-US" sz="1200" dirty="0"/>
                        <a:t>의 헬스 하나씩 줄어들 것이고 핼스바가 바뀌는 것을 볼 수 있음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200" dirty="0"/>
                        <a:t>총알이 </a:t>
                      </a:r>
                      <a:r>
                        <a:rPr lang="en-US" altLang="ko-KR" sz="1200" dirty="0"/>
                        <a:t>NPC</a:t>
                      </a:r>
                      <a:r>
                        <a:rPr lang="ko-KR" altLang="en-US" sz="1200" dirty="0"/>
                        <a:t>에 부딪치면 점수판이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개 증가함</a:t>
                      </a:r>
                      <a:endParaRPr lang="en-US" altLang="ko-KR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입력데이터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없음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출력데이터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없음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테스트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200" dirty="0" err="1"/>
                        <a:t>playerbulletCollision</a:t>
                      </a:r>
                      <a:r>
                        <a:rPr lang="en-US" altLang="ko-KR" sz="1200" dirty="0"/>
                        <a:t> (</a:t>
                      </a:r>
                      <a:r>
                        <a:rPr lang="ko-KR" altLang="en-US" sz="1200" dirty="0"/>
                        <a:t>점수 증가함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발생 후 또는 </a:t>
                      </a:r>
                      <a:r>
                        <a:rPr lang="en-US" altLang="ko-KR" sz="1200" dirty="0" err="1"/>
                        <a:t>NPCbulletcollision</a:t>
                      </a:r>
                      <a:r>
                        <a:rPr lang="en-US" altLang="ko-KR" sz="1200" dirty="0"/>
                        <a:t> (</a:t>
                      </a:r>
                      <a:r>
                        <a:rPr lang="ko-KR" altLang="en-US" sz="1200" dirty="0"/>
                        <a:t>플레이어 헬스 줄임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발생 후 </a:t>
                      </a:r>
                      <a:r>
                        <a:rPr lang="en-US" altLang="ko-KR" sz="1200" dirty="0" err="1"/>
                        <a:t>updateBoard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기능을 넣음</a:t>
                      </a:r>
                      <a:endParaRPr lang="en-US" altLang="ko-KR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평가 기준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점수가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점 증가하고 플레이어의 총알이 외계인에게 명중한 후 보드에 업데이트됨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/>
                        <a:t>외계인의 총탄에 맞았을 때 헬스가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개 감소함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우선순위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변경가능성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관련요구사항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F4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54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20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24555"/>
              </p:ext>
            </p:extLst>
          </p:nvPr>
        </p:nvGraphicFramePr>
        <p:xfrm>
          <a:off x="1476800" y="1178271"/>
          <a:ext cx="9238399" cy="4501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915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17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모듈명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함수명</a:t>
                      </a:r>
                      <a:r>
                        <a:rPr lang="ko-KR" altLang="en-US" sz="1200" b="1" dirty="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65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Cursor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MY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SetCurrentCursorPos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>
                        <a:buFont typeface="Arial" panose="020B0604020202020204" pitchFamily="34" charset="0"/>
                        <a:buNone/>
                      </a:pPr>
                      <a:endParaRPr lang="en-MY" altLang="ko-KR" sz="1800" b="0" dirty="0">
                        <a:effectLst/>
                      </a:endParaRPr>
                    </a:p>
                    <a:p>
                      <a:pPr marL="0" indent="0" algn="ctr" rtl="0">
                        <a:buFont typeface="Arial" panose="020B0604020202020204" pitchFamily="34" charset="0"/>
                        <a:buNone/>
                      </a:pPr>
                      <a:r>
                        <a:rPr lang="en-MY" altLang="ko-KR" sz="1800" b="0" dirty="0">
                          <a:effectLst/>
                        </a:rPr>
                        <a:t>Set (</a:t>
                      </a:r>
                      <a:r>
                        <a:rPr lang="en-MY" altLang="ko-KR" sz="1800" b="0" dirty="0" err="1">
                          <a:effectLst/>
                        </a:rPr>
                        <a:t>x,y</a:t>
                      </a:r>
                      <a:r>
                        <a:rPr lang="en-MY" altLang="ko-KR" sz="1800" b="0" dirty="0">
                          <a:effectLst/>
                        </a:rPr>
                        <a:t>) current position</a:t>
                      </a:r>
                      <a:endParaRPr lang="ko-KR" altLang="en-US" sz="18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int </a:t>
                      </a:r>
                      <a:r>
                        <a:rPr lang="en-MY" altLang="ko-KR" sz="1800" dirty="0" err="1"/>
                        <a:t>curPosX</a:t>
                      </a:r>
                      <a:r>
                        <a:rPr lang="en-MY" altLang="ko-KR" sz="1800" dirty="0"/>
                        <a:t>, 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int </a:t>
                      </a:r>
                      <a:r>
                        <a:rPr lang="en-MY" altLang="ko-KR" sz="1800" dirty="0" err="1"/>
                        <a:t>curPosY</a:t>
                      </a:r>
                      <a:r>
                        <a:rPr lang="en-MY" altLang="ko-KR" sz="1800" dirty="0"/>
                        <a:t> 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Cursor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MY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GetCurrentCursorPos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MY" altLang="ko-KR" sz="1800" dirty="0"/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MY" altLang="ko-KR" sz="1800" dirty="0"/>
                        <a:t>Get (</a:t>
                      </a:r>
                      <a:r>
                        <a:rPr lang="en-MY" altLang="ko-KR" sz="1800" dirty="0" err="1"/>
                        <a:t>x,y</a:t>
                      </a:r>
                      <a:r>
                        <a:rPr lang="en-MY" altLang="ko-KR" sz="1800" dirty="0"/>
                        <a:t>) current position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COORD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Cursor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RemoveCursor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MY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MY" altLang="ko-KR" sz="1800" dirty="0"/>
                        <a:t>Make cursor invisible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MY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38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21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78548"/>
              </p:ext>
            </p:extLst>
          </p:nvPr>
        </p:nvGraphicFramePr>
        <p:xfrm>
          <a:off x="968188" y="578225"/>
          <a:ext cx="10367682" cy="5778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297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441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3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모듈명</a:t>
                      </a:r>
                      <a:endParaRPr lang="ko-KR" altLang="en-US" sz="18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함수명</a:t>
                      </a:r>
                      <a:r>
                        <a:rPr lang="ko-KR" altLang="en-US" sz="1800" b="1" dirty="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348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DrawGameBoard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보여주다</a:t>
                      </a:r>
                      <a:endParaRPr lang="en-MY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Health, Score, Control</a:t>
                      </a:r>
                      <a:endParaRPr lang="ko-KR" altLang="en-US" sz="1800" b="0" dirty="0"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8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9472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DrawGameOverMenu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MY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게임이 끝났는지 알아보다</a:t>
                      </a:r>
                      <a:endParaRPr lang="ko-KR" altLang="en-US" sz="1800" b="0" dirty="0">
                        <a:effectLst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8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3580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AddScore</a:t>
                      </a:r>
                      <a:endParaRPr lang="ko-KR" altLang="en-US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MY" altLang="ko-KR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점수를 계산하여 인쇄함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3580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gameMenu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dirty="0"/>
                        <a:t>게임에서 메뉴를 보여주다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int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return choice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809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22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98130"/>
              </p:ext>
            </p:extLst>
          </p:nvPr>
        </p:nvGraphicFramePr>
        <p:xfrm>
          <a:off x="515471" y="605119"/>
          <a:ext cx="11353800" cy="57512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0052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673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248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drawMainMenu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메인 메뉴판을 보여주다</a:t>
                      </a:r>
                      <a:endParaRPr lang="ko-KR" altLang="en-US" sz="1800" b="0" dirty="0">
                        <a:effectLst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7298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clearScreen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화면의 모든 것을 지우다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7298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 err="1"/>
                        <a:t>DifficultySelectMenu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게임의 레벨을 선택함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int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return choice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7298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Draw</a:t>
                      </a:r>
                      <a:r>
                        <a:rPr kumimoji="0" lang="en-MY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DifficultySelectMenu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게임의 레벨을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보여주다</a:t>
                      </a:r>
                      <a:endParaRPr lang="ko-KR" altLang="en-US" sz="1800" b="0" dirty="0">
                        <a:effectLst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17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23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035419"/>
              </p:ext>
            </p:extLst>
          </p:nvPr>
        </p:nvGraphicFramePr>
        <p:xfrm>
          <a:off x="1067853" y="822325"/>
          <a:ext cx="10056294" cy="5502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482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368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172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GameOverMenu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메뉴로 돌아가기 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다시 같은 레벨을 시작하기 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int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return choice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2010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minusLife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하트 모양으로 인쇄하여 남은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보여줌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dirty="0"/>
                        <a:t>int life (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글로벌 변수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근거하여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010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DrawBossHP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세 부분을 모두 게임판 밑에 인쇄함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2010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008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24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158354"/>
              </p:ext>
            </p:extLst>
          </p:nvPr>
        </p:nvGraphicFramePr>
        <p:xfrm>
          <a:off x="295836" y="268941"/>
          <a:ext cx="11698940" cy="6635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5316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755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841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Collision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collisionPlayerNPC</a:t>
                      </a:r>
                      <a:r>
                        <a:rPr lang="en-MY" altLang="ko-KR" sz="18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collisionPlayerNPC_Level2,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collisionPlayerNPC_Level3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플레이어와 충돌하면 바로 게임에서 패함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하지만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플레이어와 충돌할 때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-1 HP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return 1 (collision </a:t>
                      </a:r>
                      <a:r>
                        <a:rPr lang="ko-KR" altLang="en-US" sz="1800" dirty="0"/>
                        <a:t>있다</a:t>
                      </a:r>
                      <a:r>
                        <a:rPr lang="en-MY" altLang="ko-KR" sz="1800" dirty="0"/>
                        <a:t>) 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return 0 (collision </a:t>
                      </a:r>
                      <a:r>
                        <a:rPr lang="ko-KR" altLang="en-US" sz="1800" dirty="0"/>
                        <a:t>없다</a:t>
                      </a:r>
                      <a:r>
                        <a:rPr lang="en-MY" altLang="ko-KR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841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Collision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langgar</a:t>
                      </a:r>
                      <a:r>
                        <a:rPr lang="en-MY" altLang="ko-KR" sz="18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langgar_level2,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langgar_level3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(</a:t>
                      </a:r>
                      <a:r>
                        <a:rPr lang="en-MY" altLang="ko-KR" sz="1800" dirty="0" err="1"/>
                        <a:t>bulletCollideNPC</a:t>
                      </a:r>
                      <a:r>
                        <a:rPr lang="en-MY" altLang="ko-KR" sz="1800" dirty="0"/>
                        <a:t>) </a:t>
                      </a:r>
                      <a:endParaRPr lang="ko-KR" altLang="en-US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bullet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충돌하면 점수가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+10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상승함</a:t>
                      </a:r>
                      <a:endParaRPr lang="en-MY" altLang="ko-KR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삭제되거나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줄인다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 적중 후 랜덤 아이템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440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Collision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bulletLanggarPlayer</a:t>
                      </a:r>
                      <a:r>
                        <a:rPr lang="en-MY" altLang="ko-KR" sz="1800" dirty="0"/>
                        <a:t> 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(</a:t>
                      </a:r>
                      <a:r>
                        <a:rPr lang="en-MY" altLang="ko-KR" sz="1800" dirty="0" err="1"/>
                        <a:t>bulletCollidePlayer</a:t>
                      </a:r>
                      <a:r>
                        <a:rPr lang="en-MY" altLang="ko-KR" sz="1800" dirty="0"/>
                        <a:t>)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bullet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플레이어에 맞으면 플레이어의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health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줄인다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맞으면 </a:t>
                      </a:r>
                      <a:r>
                        <a:rPr lang="ko-KR" alt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빨간색으로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프린트하기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life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줄이고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minusLife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트리거</a:t>
                      </a:r>
                      <a:endParaRPr lang="ko-KR" altLang="en-US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5162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04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25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52818"/>
              </p:ext>
            </p:extLst>
          </p:nvPr>
        </p:nvGraphicFramePr>
        <p:xfrm>
          <a:off x="363071" y="403412"/>
          <a:ext cx="11349316" cy="6318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9593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67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모듈명</a:t>
                      </a:r>
                      <a:endParaRPr lang="ko-KR" altLang="en-US" sz="18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함수명</a:t>
                      </a:r>
                      <a:r>
                        <a:rPr lang="ko-KR" altLang="en-US" sz="1800" b="1" dirty="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3219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movementPlayer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dirty="0"/>
                        <a:t>AD </a:t>
                      </a:r>
                      <a:r>
                        <a:rPr lang="ko-KR" altLang="en-US" sz="1800" dirty="0"/>
                        <a:t>키 입력을 처리하고 플레이어를 이동함</a:t>
                      </a:r>
                      <a:endParaRPr lang="en-MY" altLang="ko-KR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dirty="0" err="1"/>
                        <a:t>shiftLeft</a:t>
                      </a:r>
                      <a:r>
                        <a:rPr lang="en-MY" altLang="ko-KR" sz="1800" dirty="0"/>
                        <a:t>()</a:t>
                      </a:r>
                      <a:r>
                        <a:rPr lang="ko-KR" altLang="en-US" sz="1800" dirty="0"/>
                        <a:t>거나 </a:t>
                      </a:r>
                      <a:r>
                        <a:rPr lang="en-MY" altLang="ko-KR" sz="1800" dirty="0" err="1"/>
                        <a:t>shiftRight</a:t>
                      </a:r>
                      <a:r>
                        <a:rPr lang="en-MY" altLang="ko-KR" sz="1800" dirty="0"/>
                        <a:t>()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트리거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bullet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쏘는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키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playerShoot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트리거</a:t>
                      </a:r>
                      <a:endParaRPr lang="ko-KR" altLang="en-US" sz="18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015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mbPlayer</a:t>
                      </a:r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(</a:t>
                      </a:r>
                      <a:r>
                        <a:rPr lang="en-MY" altLang="ko-KR" sz="1800" dirty="0" err="1"/>
                        <a:t>movementBulletPlayer</a:t>
                      </a:r>
                      <a:r>
                        <a:rPr lang="en-MY" altLang="ko-KR" sz="1800" dirty="0"/>
                        <a:t>)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/>
                        <a:t>Player bullet</a:t>
                      </a:r>
                      <a:r>
                        <a:rPr lang="ko-KR" altLang="en-US" sz="1800" dirty="0"/>
                        <a:t>의 움직임</a:t>
                      </a:r>
                      <a:endParaRPr lang="en-MY" altLang="ko-KR" sz="18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657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showPlayer</a:t>
                      </a:r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하얀색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표시함</a:t>
                      </a:r>
                      <a:endParaRPr lang="en-MY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</a:p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5015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deletePlayer</a:t>
                      </a:r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위치에서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10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26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27733"/>
              </p:ext>
            </p:extLst>
          </p:nvPr>
        </p:nvGraphicFramePr>
        <p:xfrm>
          <a:off x="618565" y="685800"/>
          <a:ext cx="10851776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8758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55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7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0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336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shiftLeft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칸 왼쪽으로 이동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4352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shiftRight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칸 오른쪽으로 이동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4352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playerShoot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트리거하여 촬영</a:t>
                      </a:r>
                      <a:endParaRPr lang="en-MY" altLang="ko-KR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352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addLife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dirty="0"/>
                        <a:t>플레이어가 헬스 아이템과 충돌했을 때</a:t>
                      </a:r>
                      <a:r>
                        <a:rPr lang="en-US" altLang="ko-KR" sz="1800" dirty="0"/>
                        <a:t>, 3 HP</a:t>
                      </a:r>
                      <a:r>
                        <a:rPr lang="ko-KR" altLang="en-US" sz="1800" dirty="0"/>
                        <a:t>를 모두 채움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187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27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13192"/>
              </p:ext>
            </p:extLst>
          </p:nvPr>
        </p:nvGraphicFramePr>
        <p:xfrm>
          <a:off x="522194" y="393333"/>
          <a:ext cx="11147611" cy="61455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985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62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8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8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모듈명</a:t>
                      </a:r>
                      <a:endParaRPr lang="ko-KR" altLang="en-US" sz="18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/>
                        <a:t>함수명</a:t>
                      </a:r>
                      <a:r>
                        <a:rPr lang="ko-KR" altLang="en-US" sz="1800" b="1" dirty="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330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mbNPC</a:t>
                      </a:r>
                      <a:r>
                        <a:rPr lang="en-MY" altLang="ko-KR" sz="1800" dirty="0"/>
                        <a:t>, mbNPC2, mbNPC3, mbNPC4, mbNPC5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(</a:t>
                      </a:r>
                      <a:r>
                        <a:rPr lang="en-MY" altLang="ko-KR" sz="1800" dirty="0" err="1"/>
                        <a:t>movementBulletNPC</a:t>
                      </a:r>
                      <a:r>
                        <a:rPr lang="en-MY" altLang="ko-KR" sz="1800" dirty="0"/>
                        <a:t>)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/>
                        <a:t>NPC bullet</a:t>
                      </a:r>
                      <a:r>
                        <a:rPr lang="ko-KR" altLang="en-US" sz="1800" dirty="0"/>
                        <a:t>의 움직임</a:t>
                      </a:r>
                      <a:endParaRPr lang="en-MY" altLang="ko-KR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 err="1"/>
                        <a:t>mbNPC</a:t>
                      </a:r>
                      <a:r>
                        <a:rPr lang="en-MY" altLang="ko-KR" sz="1800" dirty="0"/>
                        <a:t> (Level 1)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/>
                        <a:t>mbNPC2 (Level 2)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/>
                        <a:t>mbNPC3, mbNPC4, mbNPC5 (Level 3 </a:t>
                      </a:r>
                      <a:r>
                        <a:rPr lang="ko-KR" altLang="en-US" sz="1800" dirty="0"/>
                        <a:t>각 보스의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왼쪽 총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오른쪽 총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머리</a:t>
                      </a:r>
                      <a:r>
                        <a:rPr lang="en-MY" altLang="ko-KR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125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deleteNPC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위치에서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type struct Enemy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125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showNPC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health - </a:t>
                      </a:r>
                      <a:r>
                        <a:rPr lang="ko-KR" altLang="en-US" sz="1800" b="0" i="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녹색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표시함</a:t>
                      </a:r>
                      <a:endParaRPr lang="en-MY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health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보라색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표시함</a:t>
                      </a:r>
                      <a:endParaRPr lang="en-MY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type struct Enemy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125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838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28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04141"/>
              </p:ext>
            </p:extLst>
          </p:nvPr>
        </p:nvGraphicFramePr>
        <p:xfrm>
          <a:off x="268942" y="295834"/>
          <a:ext cx="11564470" cy="62131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1577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72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407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NPCShoot</a:t>
                      </a:r>
                      <a:r>
                        <a:rPr lang="en-MY" altLang="ko-KR" sz="1800" dirty="0"/>
                        <a:t>,</a:t>
                      </a:r>
                      <a:r>
                        <a:rPr lang="ko-KR" altLang="en-US" sz="1800" dirty="0"/>
                        <a:t> </a:t>
                      </a:r>
                      <a:r>
                        <a:rPr lang="en-MY" altLang="ko-KR" sz="1800" dirty="0"/>
                        <a:t>NPCShoot_Level2, NPCShoot_Level3_Head, NPCShoot_Level3_LGun, NPCShoot_Level3_RGun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트리거하여 촬영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int </a:t>
                      </a:r>
                      <a:r>
                        <a:rPr lang="en-MY" altLang="ko-KR" sz="1800" dirty="0" err="1"/>
                        <a:t>index_NPC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288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movementNPC</a:t>
                      </a:r>
                      <a:r>
                        <a:rPr lang="en-MY" altLang="ko-KR" sz="18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movementNPC_Level2,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/>
                        <a:t>movementNPC_Level3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altLang="ko-KR" sz="1800" dirty="0"/>
                        <a:t>NPC</a:t>
                      </a:r>
                      <a:r>
                        <a:rPr lang="ko-KR" altLang="en-US" sz="1800" dirty="0"/>
                        <a:t>의 움직임</a:t>
                      </a:r>
                      <a:endParaRPr lang="en-MY" altLang="ko-KR" sz="18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촬영을 할 수 있는 조건</a:t>
                      </a:r>
                      <a:endParaRPr lang="en-MY" altLang="ko-KR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7289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initEnemies</a:t>
                      </a:r>
                      <a:r>
                        <a:rPr lang="en-MY" altLang="ko-KR" sz="1800" dirty="0"/>
                        <a:t>,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initEnemies_level2,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initEnemies_level3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dirty="0"/>
                        <a:t>Initialize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activation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시작 위치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배열을 사용함</a:t>
                      </a:r>
                      <a:endParaRPr lang="ko-KR" altLang="en-US" sz="18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7289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NPC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MY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initWall</a:t>
                      </a:r>
                      <a:endParaRPr lang="en-MY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dirty="0"/>
                        <a:t>Initialize </a:t>
                      </a:r>
                      <a:r>
                        <a:rPr lang="ko-KR" altLang="en-US" sz="1800" dirty="0"/>
                        <a:t>벽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activation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시작 위치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배열을 사용함</a:t>
                      </a:r>
                      <a:endParaRPr lang="ko-KR" altLang="en-US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125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29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063015"/>
              </p:ext>
            </p:extLst>
          </p:nvPr>
        </p:nvGraphicFramePr>
        <p:xfrm>
          <a:off x="1476800" y="1178271"/>
          <a:ext cx="9238399" cy="4539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915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17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2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latin typeface="+mn-ea"/>
                          <a:ea typeface="+mn-ea"/>
                        </a:rPr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latin typeface="+mn-ea"/>
                          <a:ea typeface="+mn-ea"/>
                        </a:rPr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latin typeface="+mn-ea"/>
                          <a:ea typeface="+mn-ea"/>
                        </a:rPr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latin typeface="+mn-ea"/>
                          <a:ea typeface="+mn-ea"/>
                        </a:rPr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653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In-game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Level 1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1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함수가 있음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void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In-game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Level 2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2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함수가 있음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void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In-game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Level 3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3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함수가 있음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void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MY" altLang="ko-KR" sz="18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4523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170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30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067601"/>
              </p:ext>
            </p:extLst>
          </p:nvPr>
        </p:nvGraphicFramePr>
        <p:xfrm>
          <a:off x="954158" y="967409"/>
          <a:ext cx="9761042" cy="4921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315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298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593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Random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RandomInRange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렌덤 함수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int lower, 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int upper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  </a:t>
                      </a:r>
                    </a:p>
                    <a:p>
                      <a:pPr algn="ctr"/>
                      <a:r>
                        <a:rPr lang="en-MY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(rand() % (upper - lower + 1)) + 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3501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collisionPlayerItem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플레이어와 아이템의 충돌을 확인함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type struct Bullet Item []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return 1 (collision </a:t>
                      </a:r>
                      <a:r>
                        <a:rPr lang="ko-KR" altLang="en-US" sz="1800" dirty="0"/>
                        <a:t>있다</a:t>
                      </a:r>
                      <a:r>
                        <a:rPr lang="en-MY" altLang="ko-KR" sz="1800" dirty="0"/>
                        <a:t>) </a:t>
                      </a:r>
                    </a:p>
                    <a:p>
                      <a:pPr algn="ctr" latinLnBrk="1"/>
                      <a:r>
                        <a:rPr lang="en-MY" altLang="ko-KR" sz="1800" dirty="0"/>
                        <a:t>return 0 (collision </a:t>
                      </a:r>
                      <a:r>
                        <a:rPr lang="ko-KR" altLang="en-US" sz="1800" dirty="0"/>
                        <a:t>없다</a:t>
                      </a:r>
                      <a:r>
                        <a:rPr lang="en-MY" altLang="ko-KR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3501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initItem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MY" altLang="ko-KR" sz="1800" dirty="0"/>
                        <a:t>Initialize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아이템의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activation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시작 위치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배열을 사용함</a:t>
                      </a:r>
                      <a:endParaRPr lang="ko-KR" altLang="en-US" sz="18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501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itemDrop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아이템을 트리거하여 떨어짐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int </a:t>
                      </a:r>
                      <a:r>
                        <a:rPr lang="en-MY" altLang="ko-KR" sz="1800" dirty="0" err="1"/>
                        <a:t>index_NPC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880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1EFA1-C9CF-4CA0-A343-A427177469CB}" type="slidenum">
              <a:rPr lang="en-US" altLang="ko-KR" smtClean="0"/>
              <a:pPr/>
              <a:t>31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C6D933-2D4E-1EAE-D41D-B3F8414D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758573"/>
              </p:ext>
            </p:extLst>
          </p:nvPr>
        </p:nvGraphicFramePr>
        <p:xfrm>
          <a:off x="954158" y="136526"/>
          <a:ext cx="9761042" cy="837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315">
                  <a:extLst>
                    <a:ext uri="{9D8B030D-6E8A-4147-A177-3AD203B41FA5}">
                      <a16:colId xmlns:a16="http://schemas.microsoft.com/office/drawing/2014/main" val="4184558207"/>
                    </a:ext>
                  </a:extLst>
                </a:gridCol>
                <a:gridCol w="2298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모듈명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함수명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기능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인수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반환값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832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movementItem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위치가 왼쪽에 있다면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거기서 생성될 것임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오른쪽에 있다면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거기서 생성될 것임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333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altLang="ko-KR" sz="1800" dirty="0" err="1"/>
                        <a:t>showItem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하트 모양를 표시함</a:t>
                      </a:r>
                      <a:endParaRPr lang="en-MY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type struct Item </a:t>
                      </a:r>
                      <a:r>
                        <a:rPr lang="en-MY" altLang="ko-KR" sz="1800" dirty="0" err="1"/>
                        <a:t>item</a:t>
                      </a:r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080">
                <a:tc>
                  <a:txBody>
                    <a:bodyPr/>
                    <a:lstStyle/>
                    <a:p>
                      <a:pPr algn="ctr" latinLnBrk="1"/>
                      <a:r>
                        <a:rPr lang="en-MY" altLang="ko-KR" sz="18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 err="1"/>
                        <a:t>spawnItem</a:t>
                      </a:r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플레이어의 총알이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충돌하면 트리거 </a:t>
                      </a:r>
                      <a:r>
                        <a:rPr lang="en-MY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itemSpawn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플레이어와 충돌하거나 땅에 부딪힐 때까지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아이템만 스폰합니다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이동적인 아이템이 아래로 내려감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 </a:t>
                      </a:r>
                      <a:r>
                        <a:rPr lang="en-MY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미만인 경우 </a:t>
                      </a:r>
                      <a:r>
                        <a:rPr lang="en-US" altLang="ko-K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addLife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트리거</a:t>
                      </a:r>
                      <a:endParaRPr lang="en-MY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void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3904"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MY" altLang="ko-KR" sz="1800" dirty="0"/>
                    </a:p>
                    <a:p>
                      <a:pPr algn="ctr" latinLnBrk="1"/>
                      <a:r>
                        <a:rPr lang="en-MY" altLang="ko-KR" sz="1800" dirty="0"/>
                        <a:t>-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504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397AE1F4-4FFB-E668-9607-064032D2B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88" y="225996"/>
            <a:ext cx="9351833" cy="640600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DA5C01-286B-3228-C152-E9B1231B17C7}"/>
              </a:ext>
            </a:extLst>
          </p:cNvPr>
          <p:cNvSpPr txBox="1"/>
          <p:nvPr/>
        </p:nvSpPr>
        <p:spPr>
          <a:xfrm>
            <a:off x="1670670" y="955040"/>
            <a:ext cx="216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오래된 버전 </a:t>
            </a:r>
            <a:r>
              <a:rPr lang="en-MY" altLang="ko-KR" dirty="0">
                <a:highlight>
                  <a:srgbClr val="FFFF00"/>
                </a:highlight>
              </a:rPr>
              <a:t>– </a:t>
            </a:r>
            <a:r>
              <a:rPr lang="ko-KR" altLang="en-US" dirty="0">
                <a:highlight>
                  <a:srgbClr val="FFFF00"/>
                </a:highlight>
              </a:rPr>
              <a:t>함수 구조</a:t>
            </a:r>
            <a:endParaRPr lang="en-MY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8392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software development&#10;&#10;Description automatically generated with medium confidence">
            <a:extLst>
              <a:ext uri="{FF2B5EF4-FFF2-40B4-BE49-F238E27FC236}">
                <a16:creationId xmlns:a16="http://schemas.microsoft.com/office/drawing/2014/main" id="{88924109-3421-69E3-A739-9EF676121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1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0C9D10-57BB-3F12-C672-FF61EB1EC8A6}"/>
              </a:ext>
            </a:extLst>
          </p:cNvPr>
          <p:cNvSpPr txBox="1"/>
          <p:nvPr/>
        </p:nvSpPr>
        <p:spPr>
          <a:xfrm>
            <a:off x="461630" y="538480"/>
            <a:ext cx="216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현재 버전 </a:t>
            </a:r>
            <a:r>
              <a:rPr lang="en-MY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함수 구조</a:t>
            </a:r>
            <a:endParaRPr lang="en-MY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6742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026B9-7320-3D74-7D25-CD30F24B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MY" sz="4000" b="1" u="sng" dirty="0"/>
              <a:t>Global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94E8-F71F-F2D1-2F2D-95489B3E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int </a:t>
            </a:r>
            <a:r>
              <a:rPr lang="en-MY" dirty="0" err="1"/>
              <a:t>enemyCount</a:t>
            </a:r>
            <a:r>
              <a:rPr lang="en-MY" dirty="0"/>
              <a:t> = *NPC in each level (Level1 = 20, Level2 = 32, Level3 = 3)</a:t>
            </a:r>
          </a:p>
          <a:p>
            <a:r>
              <a:rPr lang="en-MY" dirty="0"/>
              <a:t>int </a:t>
            </a:r>
            <a:r>
              <a:rPr lang="en-MY" dirty="0" err="1"/>
              <a:t>startX</a:t>
            </a:r>
            <a:r>
              <a:rPr lang="en-MY" dirty="0"/>
              <a:t>, </a:t>
            </a:r>
            <a:r>
              <a:rPr lang="en-MY" dirty="0" err="1"/>
              <a:t>startY</a:t>
            </a:r>
            <a:r>
              <a:rPr lang="en-MY" dirty="0"/>
              <a:t> (player</a:t>
            </a:r>
            <a:r>
              <a:rPr lang="ko-KR" altLang="en-US" dirty="0"/>
              <a:t>의 시작 위치</a:t>
            </a:r>
            <a:r>
              <a:rPr lang="en-MY" dirty="0"/>
              <a:t>)</a:t>
            </a:r>
          </a:p>
          <a:p>
            <a:r>
              <a:rPr lang="en-MY" dirty="0"/>
              <a:t>int score = 0</a:t>
            </a:r>
          </a:p>
          <a:p>
            <a:r>
              <a:rPr lang="en-MY" dirty="0"/>
              <a:t>int life = 3</a:t>
            </a:r>
          </a:p>
          <a:p>
            <a:r>
              <a:rPr lang="en-MY" dirty="0"/>
              <a:t>int </a:t>
            </a:r>
            <a:r>
              <a:rPr lang="en-MY" dirty="0" err="1"/>
              <a:t>randItem</a:t>
            </a:r>
            <a:r>
              <a:rPr lang="en-MY" dirty="0"/>
              <a:t> = 0 (</a:t>
            </a:r>
            <a:r>
              <a:rPr lang="en-MY" dirty="0" err="1">
                <a:solidFill>
                  <a:srgbClr val="000000"/>
                </a:solidFill>
                <a:latin typeface="noto"/>
              </a:rPr>
              <a:t>testItem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1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개 증가시키기 위한 카운터</a:t>
            </a:r>
            <a:r>
              <a:rPr lang="en-MY" altLang="ko-KR" b="0" i="0" dirty="0">
                <a:solidFill>
                  <a:srgbClr val="000000"/>
                </a:solidFill>
                <a:effectLst/>
                <a:latin typeface="noto"/>
              </a:rPr>
              <a:t>)</a:t>
            </a:r>
            <a:endParaRPr lang="en-MY" dirty="0"/>
          </a:p>
          <a:p>
            <a:r>
              <a:rPr lang="en-MY" dirty="0"/>
              <a:t>int </a:t>
            </a:r>
            <a:r>
              <a:rPr lang="en-MY" dirty="0" err="1"/>
              <a:t>testItem</a:t>
            </a:r>
            <a:r>
              <a:rPr lang="en-MY" dirty="0"/>
              <a:t> = 0 ( </a:t>
            </a:r>
            <a:r>
              <a:rPr lang="en-MY" dirty="0" err="1"/>
              <a:t>spawnItem</a:t>
            </a:r>
            <a:r>
              <a:rPr lang="en-MY" dirty="0"/>
              <a:t>() </a:t>
            </a:r>
            <a:r>
              <a:rPr lang="ko-KR" altLang="en-US" dirty="0"/>
              <a:t>트리거</a:t>
            </a:r>
            <a:r>
              <a:rPr lang="en-MY" altLang="ko-KR" dirty="0"/>
              <a:t>)</a:t>
            </a:r>
            <a:endParaRPr lang="en-MY" dirty="0"/>
          </a:p>
          <a:p>
            <a:r>
              <a:rPr lang="en-MY" dirty="0"/>
              <a:t>int </a:t>
            </a:r>
            <a:r>
              <a:rPr lang="en-MY" dirty="0" err="1"/>
              <a:t>winCheck</a:t>
            </a:r>
            <a:r>
              <a:rPr lang="en-MY" dirty="0"/>
              <a:t> = 0 (if -1 lose, if +1 win)</a:t>
            </a:r>
          </a:p>
          <a:p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10572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026B9-7320-3D74-7D25-CD30F24B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MY" sz="4000" b="1" u="sng" dirty="0"/>
              <a:t>Global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94E8-F71F-F2D1-2F2D-95489B3E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type struct Enemy enemies[ENEMY_COUNT] </a:t>
            </a:r>
          </a:p>
          <a:p>
            <a:r>
              <a:rPr lang="en-MY" dirty="0"/>
              <a:t>type struct Enemy enemies2[ENEMY_COUNT] </a:t>
            </a:r>
          </a:p>
          <a:p>
            <a:r>
              <a:rPr lang="en-MY" dirty="0"/>
              <a:t>type struct Enemy </a:t>
            </a:r>
            <a:r>
              <a:rPr lang="en-MY" dirty="0" err="1"/>
              <a:t>enemiesCopy</a:t>
            </a:r>
            <a:r>
              <a:rPr lang="en-MY" dirty="0"/>
              <a:t>[100] </a:t>
            </a:r>
          </a:p>
          <a:p>
            <a:r>
              <a:rPr lang="en-MY" dirty="0"/>
              <a:t>type struct Enemy </a:t>
            </a:r>
            <a:r>
              <a:rPr lang="en-MY" dirty="0" err="1"/>
              <a:t>bossLGun</a:t>
            </a:r>
            <a:r>
              <a:rPr lang="en-MY" dirty="0"/>
              <a:t>[100] </a:t>
            </a:r>
          </a:p>
          <a:p>
            <a:r>
              <a:rPr lang="en-MY" dirty="0"/>
              <a:t>type struct Enemy </a:t>
            </a:r>
            <a:r>
              <a:rPr lang="en-MY" dirty="0" err="1"/>
              <a:t>bossRGun</a:t>
            </a:r>
            <a:r>
              <a:rPr lang="en-MY" dirty="0"/>
              <a:t>[100] </a:t>
            </a:r>
          </a:p>
          <a:p>
            <a:r>
              <a:rPr lang="en-MY" dirty="0"/>
              <a:t>type struct Enemy </a:t>
            </a:r>
            <a:r>
              <a:rPr lang="en-MY" dirty="0" err="1"/>
              <a:t>bossHead</a:t>
            </a:r>
            <a:r>
              <a:rPr lang="en-MY" dirty="0"/>
              <a:t>[100] </a:t>
            </a:r>
          </a:p>
          <a:p>
            <a:r>
              <a:rPr lang="en-MY" dirty="0"/>
              <a:t>type struct Enemy wall[100]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92979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026B9-7320-3D74-7D25-CD30F24B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MY" sz="4000" b="1" u="sng" dirty="0"/>
              <a:t>Global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94E8-F71F-F2D1-2F2D-95489B3E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b="0" i="0" dirty="0">
                <a:solidFill>
                  <a:srgbClr val="000000"/>
                </a:solidFill>
                <a:effectLst/>
                <a:latin typeface="noto"/>
              </a:rPr>
              <a:t>HP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바 인쇄함</a:t>
            </a:r>
            <a:endParaRPr lang="en-MY" dirty="0"/>
          </a:p>
          <a:p>
            <a:r>
              <a:rPr lang="en-MY" dirty="0"/>
              <a:t>int </a:t>
            </a:r>
            <a:r>
              <a:rPr lang="en-MY" dirty="0" err="1"/>
              <a:t>bossLGunHealth</a:t>
            </a:r>
            <a:endParaRPr lang="en-MY" dirty="0"/>
          </a:p>
          <a:p>
            <a:r>
              <a:rPr lang="en-MY" dirty="0"/>
              <a:t>int </a:t>
            </a:r>
            <a:r>
              <a:rPr lang="en-MY" dirty="0" err="1"/>
              <a:t>bossRGunHealth</a:t>
            </a:r>
            <a:endParaRPr lang="en-MY" dirty="0"/>
          </a:p>
          <a:p>
            <a:r>
              <a:rPr lang="en-MY" dirty="0"/>
              <a:t>int </a:t>
            </a:r>
            <a:r>
              <a:rPr lang="en-MY" dirty="0" err="1"/>
              <a:t>bossHeadHealth</a:t>
            </a:r>
            <a:endParaRPr lang="en-MY" dirty="0"/>
          </a:p>
          <a:p>
            <a:endParaRPr lang="en-MY" dirty="0"/>
          </a:p>
          <a:p>
            <a:r>
              <a:rPr lang="en-MY" dirty="0"/>
              <a:t>type struct Item HEART[100] </a:t>
            </a:r>
          </a:p>
          <a:p>
            <a:r>
              <a:rPr lang="en-MY" dirty="0"/>
              <a:t>type struct Item heart[20] 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92832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026B9-7320-3D74-7D25-CD30F24B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MY" sz="4000" b="1" u="sng" dirty="0"/>
              <a:t>Global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94E8-F71F-F2D1-2F2D-95489B3E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type struct Bullet </a:t>
            </a:r>
            <a:r>
              <a:rPr lang="en-MY" dirty="0" err="1"/>
              <a:t>bulletsPlayer</a:t>
            </a:r>
            <a:r>
              <a:rPr lang="en-MY" dirty="0"/>
              <a:t>[MAX_BULLETS] (20) </a:t>
            </a:r>
          </a:p>
          <a:p>
            <a:r>
              <a:rPr lang="en-MY" dirty="0"/>
              <a:t>type struct Bullet </a:t>
            </a:r>
            <a:r>
              <a:rPr lang="en-MY" dirty="0" err="1"/>
              <a:t>bulletsNPC</a:t>
            </a:r>
            <a:r>
              <a:rPr lang="en-MY" dirty="0"/>
              <a:t>[MAX_BULLETS] (20) </a:t>
            </a:r>
          </a:p>
          <a:p>
            <a:r>
              <a:rPr lang="en-MY" dirty="0"/>
              <a:t>type struct Bullet bulletsNPC2[MAX_BULLETS] (20) </a:t>
            </a:r>
          </a:p>
          <a:p>
            <a:r>
              <a:rPr lang="en-MY" dirty="0"/>
              <a:t>type struct Bullet </a:t>
            </a:r>
            <a:r>
              <a:rPr lang="en-MY" dirty="0" err="1"/>
              <a:t>bulletsBoss</a:t>
            </a:r>
            <a:r>
              <a:rPr lang="en-MY" dirty="0"/>
              <a:t>[MAX_BULLETS] (20) 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39895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3A6B9-FA86-8A7F-0AB4-67161027E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" y="1844675"/>
            <a:ext cx="3087688" cy="4449763"/>
          </a:xfrm>
          <a:prstGeom prst="rect">
            <a:avLst/>
          </a:prstGeom>
        </p:spPr>
      </p:pic>
      <p:pic>
        <p:nvPicPr>
          <p:cNvPr id="8" name="Picture 7" descr="A white rectangular object with green and red text&#10;&#10;Description automatically generated">
            <a:extLst>
              <a:ext uri="{FF2B5EF4-FFF2-40B4-BE49-F238E27FC236}">
                <a16:creationId xmlns:a16="http://schemas.microsoft.com/office/drawing/2014/main" id="{AA5D43B2-CC54-5848-9766-39852A40B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1844675"/>
            <a:ext cx="6905625" cy="444976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52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Expected Game Menu</a:t>
            </a:r>
            <a:endParaRPr kumimoji="1" lang="en-US" altLang="ko-KR" sz="5200" b="1" u="sng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7701EFA1-C9CF-4CA0-A343-A427177469CB}" type="slidenum">
              <a:rPr lang="en-US" altLang="ko-KR" smtClean="0"/>
              <a:pPr algn="r">
                <a:spcAft>
                  <a:spcPts val="600"/>
                </a:spcAft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1542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XENOLITH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게임 가이드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b="1" dirty="0"/>
              <a:t>메인 메뉴</a:t>
            </a:r>
            <a:endParaRPr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631033" y="1536633"/>
            <a:ext cx="61452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>
                <a:solidFill>
                  <a:schemeClr val="bg1">
                    <a:lumMod val="50000"/>
                  </a:schemeClr>
                </a:solidFill>
              </a:rPr>
              <a:t>Start: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게임 시작</a:t>
            </a:r>
            <a:endParaRPr lang="en-MY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endParaRPr lang="en-MY" dirty="0">
              <a:solidFill>
                <a:srgbClr val="000000"/>
              </a:solidFill>
              <a:latin typeface="noto"/>
            </a:endParaRPr>
          </a:p>
          <a:p>
            <a:endParaRPr dirty="0"/>
          </a:p>
          <a:p>
            <a:pPr>
              <a:spcBef>
                <a:spcPts val="1600"/>
              </a:spcBef>
            </a:pPr>
            <a:r>
              <a:rPr lang="en" b="1" dirty="0">
                <a:solidFill>
                  <a:schemeClr val="bg1">
                    <a:lumMod val="50000"/>
                  </a:schemeClr>
                </a:solidFill>
              </a:rPr>
              <a:t>Quit: </a:t>
            </a:r>
            <a:r>
              <a:rPr lang="en" dirty="0"/>
              <a:t>게임 </a:t>
            </a:r>
            <a:r>
              <a:rPr lang="ko-KR" altLang="en-US" dirty="0"/>
              <a:t>종료</a:t>
            </a:r>
            <a:endParaRPr dirty="0"/>
          </a:p>
          <a:p>
            <a:pPr indent="0">
              <a:spcBef>
                <a:spcPts val="1600"/>
              </a:spcBef>
              <a:buNone/>
            </a:pPr>
            <a:endParaRPr dirty="0"/>
          </a:p>
          <a:p>
            <a:pPr>
              <a:spcBef>
                <a:spcPts val="1600"/>
              </a:spcBef>
            </a:pPr>
            <a:r>
              <a:rPr lang="en" b="1" dirty="0">
                <a:solidFill>
                  <a:schemeClr val="bg1">
                    <a:lumMod val="50000"/>
                  </a:schemeClr>
                </a:solidFill>
              </a:rPr>
              <a:t>Controls: </a:t>
            </a:r>
            <a:r>
              <a:rPr lang="en" dirty="0"/>
              <a:t>메뉴를 탐색하는 키</a:t>
            </a:r>
            <a:endParaRPr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2" y="1330385"/>
            <a:ext cx="5115333" cy="49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135633" y="3482067"/>
            <a:ext cx="451200" cy="1524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4" name="Google Shape;64;p14"/>
          <p:cNvSpPr/>
          <p:nvPr/>
        </p:nvSpPr>
        <p:spPr>
          <a:xfrm>
            <a:off x="2135633" y="3711500"/>
            <a:ext cx="424400" cy="1524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cxnSp>
        <p:nvCxnSpPr>
          <p:cNvPr id="65" name="Google Shape;65;p14"/>
          <p:cNvCxnSpPr/>
          <p:nvPr/>
        </p:nvCxnSpPr>
        <p:spPr>
          <a:xfrm rot="10800000" flipH="1">
            <a:off x="2593300" y="3554900"/>
            <a:ext cx="1877200" cy="200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14"/>
          <p:cNvCxnSpPr/>
          <p:nvPr/>
        </p:nvCxnSpPr>
        <p:spPr>
          <a:xfrm rot="10800000" flipH="1">
            <a:off x="4476933" y="1876833"/>
            <a:ext cx="6800" cy="1684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14"/>
          <p:cNvCxnSpPr/>
          <p:nvPr/>
        </p:nvCxnSpPr>
        <p:spPr>
          <a:xfrm rot="10800000" flipH="1">
            <a:off x="4483567" y="1857167"/>
            <a:ext cx="1412800" cy="1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4"/>
          <p:cNvCxnSpPr/>
          <p:nvPr/>
        </p:nvCxnSpPr>
        <p:spPr>
          <a:xfrm rot="10800000" flipH="1">
            <a:off x="2573400" y="3793867"/>
            <a:ext cx="1989600" cy="1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4"/>
          <p:cNvCxnSpPr/>
          <p:nvPr/>
        </p:nvCxnSpPr>
        <p:spPr>
          <a:xfrm rot="10800000" flipH="1">
            <a:off x="4563167" y="3130433"/>
            <a:ext cx="20000" cy="6700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4"/>
          <p:cNvCxnSpPr/>
          <p:nvPr/>
        </p:nvCxnSpPr>
        <p:spPr>
          <a:xfrm rot="10800000" flipH="1">
            <a:off x="4589700" y="3110700"/>
            <a:ext cx="1313200" cy="1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4"/>
          <p:cNvSpPr/>
          <p:nvPr/>
        </p:nvSpPr>
        <p:spPr>
          <a:xfrm>
            <a:off x="4706633" y="3681033"/>
            <a:ext cx="858000" cy="7132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cxnSp>
        <p:nvCxnSpPr>
          <p:cNvPr id="72" name="Google Shape;72;p14"/>
          <p:cNvCxnSpPr/>
          <p:nvPr/>
        </p:nvCxnSpPr>
        <p:spPr>
          <a:xfrm rot="10800000" flipH="1">
            <a:off x="5571300" y="4364233"/>
            <a:ext cx="325200" cy="1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14"/>
          <p:cNvCxnSpPr/>
          <p:nvPr/>
        </p:nvCxnSpPr>
        <p:spPr>
          <a:xfrm>
            <a:off x="596933" y="1426000"/>
            <a:ext cx="3667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/>
          <p:nvPr/>
        </p:nvCxnSpPr>
        <p:spPr>
          <a:xfrm>
            <a:off x="596933" y="6145933"/>
            <a:ext cx="3667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b="1" dirty="0"/>
              <a:t>난이도 선택 화면</a:t>
            </a:r>
            <a:endParaRPr b="1" dirty="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5876400" y="1536633"/>
            <a:ext cx="59000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altLang="ko-KR" sz="3600" dirty="0"/>
              <a:t>Difficulty</a:t>
            </a:r>
            <a:r>
              <a:rPr lang="ko-KR" altLang="en-US" sz="3600" dirty="0"/>
              <a:t>를 선택할 수 있다</a:t>
            </a:r>
            <a:endParaRPr lang="en-MY" altLang="ko-KR" sz="3600" dirty="0"/>
          </a:p>
          <a:p>
            <a:pPr marL="152396" indent="0">
              <a:buNone/>
            </a:pPr>
            <a:endParaRPr lang="en-MY" altLang="ko-KR" sz="3600" dirty="0"/>
          </a:p>
          <a:p>
            <a:r>
              <a:rPr lang="ko-KR" altLang="en-US" sz="3600" b="0" i="0" dirty="0">
                <a:solidFill>
                  <a:schemeClr val="accent6">
                    <a:lumMod val="75000"/>
                  </a:schemeClr>
                </a:solidFill>
                <a:effectLst/>
                <a:latin typeface="noto"/>
              </a:rPr>
              <a:t>쉬운</a:t>
            </a:r>
            <a:r>
              <a:rPr lang="en-US" altLang="ko-KR" sz="3600" b="0" i="0" dirty="0">
                <a:solidFill>
                  <a:schemeClr val="accent6">
                    <a:lumMod val="75000"/>
                  </a:schemeClr>
                </a:solidFill>
                <a:effectLst/>
                <a:latin typeface="noto"/>
              </a:rPr>
              <a:t>(</a:t>
            </a:r>
            <a:r>
              <a:rPr lang="ko-KR" altLang="en-US" sz="3600" b="0" i="0" dirty="0">
                <a:solidFill>
                  <a:schemeClr val="accent6">
                    <a:lumMod val="75000"/>
                  </a:schemeClr>
                </a:solidFill>
                <a:effectLst/>
                <a:latin typeface="noto"/>
              </a:rPr>
              <a:t>하</a:t>
            </a:r>
            <a:r>
              <a:rPr lang="en-US" altLang="ko-KR" sz="3600" b="0" i="0" dirty="0">
                <a:solidFill>
                  <a:schemeClr val="accent6">
                    <a:lumMod val="75000"/>
                  </a:schemeClr>
                </a:solidFill>
                <a:effectLst/>
                <a:latin typeface="noto"/>
              </a:rPr>
              <a:t>)</a:t>
            </a:r>
            <a:r>
              <a:rPr lang="en-MY" altLang="ko-KR" sz="3600" b="0" i="0" dirty="0">
                <a:solidFill>
                  <a:srgbClr val="000000"/>
                </a:solidFill>
                <a:effectLst/>
                <a:latin typeface="noto"/>
              </a:rPr>
              <a:t>,</a:t>
            </a:r>
            <a:r>
              <a:rPr lang="ko-KR" altLang="en-US" sz="3600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  <a:r>
              <a:rPr lang="ko-KR" altLang="en-US" sz="3600" b="0" i="0" dirty="0">
                <a:solidFill>
                  <a:schemeClr val="accent4">
                    <a:lumMod val="75000"/>
                  </a:schemeClr>
                </a:solidFill>
                <a:effectLst/>
                <a:latin typeface="noto"/>
              </a:rPr>
              <a:t>중간</a:t>
            </a:r>
            <a:r>
              <a:rPr lang="en-US" altLang="ko-KR" sz="3600" dirty="0">
                <a:solidFill>
                  <a:schemeClr val="accent4">
                    <a:lumMod val="75000"/>
                  </a:schemeClr>
                </a:solidFill>
                <a:latin typeface="noto"/>
              </a:rPr>
              <a:t>(</a:t>
            </a:r>
            <a:r>
              <a:rPr lang="ko-KR" altLang="en-US" sz="3600" dirty="0">
                <a:solidFill>
                  <a:schemeClr val="accent4">
                    <a:lumMod val="75000"/>
                  </a:schemeClr>
                </a:solidFill>
                <a:latin typeface="noto"/>
              </a:rPr>
              <a:t>중</a:t>
            </a:r>
            <a:r>
              <a:rPr lang="en-US" altLang="ko-KR" sz="3600" dirty="0">
                <a:solidFill>
                  <a:schemeClr val="accent4">
                    <a:lumMod val="75000"/>
                  </a:schemeClr>
                </a:solidFill>
                <a:latin typeface="noto"/>
              </a:rPr>
              <a:t>)</a:t>
            </a:r>
            <a:r>
              <a:rPr lang="en-MY" altLang="ko-KR" sz="3600" b="0" i="0" dirty="0">
                <a:solidFill>
                  <a:srgbClr val="000000"/>
                </a:solidFill>
                <a:effectLst/>
                <a:latin typeface="noto"/>
              </a:rPr>
              <a:t>,</a:t>
            </a:r>
            <a:r>
              <a:rPr lang="ko-KR" altLang="en-US" sz="3600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  <a:r>
              <a:rPr lang="ko-KR" altLang="en-US" sz="3600" b="0" i="0" dirty="0">
                <a:solidFill>
                  <a:srgbClr val="FF0000"/>
                </a:solidFill>
                <a:effectLst/>
                <a:latin typeface="noto"/>
              </a:rPr>
              <a:t>어려운</a:t>
            </a:r>
            <a:r>
              <a:rPr lang="en-US" altLang="ko-KR" sz="3600" b="0" i="0" dirty="0">
                <a:solidFill>
                  <a:srgbClr val="FF0000"/>
                </a:solidFill>
                <a:effectLst/>
                <a:latin typeface="noto"/>
              </a:rPr>
              <a:t>(</a:t>
            </a:r>
            <a:r>
              <a:rPr lang="ko-KR" altLang="en-US" sz="3600" b="0" i="0" dirty="0">
                <a:solidFill>
                  <a:srgbClr val="FF0000"/>
                </a:solidFill>
                <a:effectLst/>
                <a:latin typeface="noto"/>
              </a:rPr>
              <a:t>사</a:t>
            </a:r>
            <a:r>
              <a:rPr lang="en-US" altLang="ko-KR" sz="3600" b="0" i="0" dirty="0">
                <a:solidFill>
                  <a:srgbClr val="FF0000"/>
                </a:solidFill>
                <a:effectLst/>
                <a:latin typeface="noto"/>
              </a:rPr>
              <a:t>)</a:t>
            </a:r>
            <a:r>
              <a:rPr lang="ko-KR" altLang="en-US" sz="3600" b="0" i="0" dirty="0">
                <a:solidFill>
                  <a:srgbClr val="000000"/>
                </a:solidFill>
                <a:effectLst/>
                <a:latin typeface="noto"/>
              </a:rPr>
              <a:t> 레벨</a:t>
            </a:r>
            <a:endParaRPr sz="3600" dirty="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34" y="1445900"/>
            <a:ext cx="5140433" cy="49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2075967" y="3528500"/>
            <a:ext cx="524000" cy="8032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cxnSp>
        <p:nvCxnSpPr>
          <p:cNvPr id="83" name="Google Shape;83;p15"/>
          <p:cNvCxnSpPr/>
          <p:nvPr/>
        </p:nvCxnSpPr>
        <p:spPr>
          <a:xfrm>
            <a:off x="2593300" y="3946333"/>
            <a:ext cx="1930400" cy="6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/>
          <p:cNvCxnSpPr/>
          <p:nvPr/>
        </p:nvCxnSpPr>
        <p:spPr>
          <a:xfrm rot="10800000" flipH="1">
            <a:off x="4530000" y="1877200"/>
            <a:ext cx="33200" cy="2082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/>
          <p:cNvCxnSpPr/>
          <p:nvPr/>
        </p:nvCxnSpPr>
        <p:spPr>
          <a:xfrm rot="10800000" flipH="1">
            <a:off x="4556533" y="1863567"/>
            <a:ext cx="1605200" cy="68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15"/>
          <p:cNvCxnSpPr/>
          <p:nvPr/>
        </p:nvCxnSpPr>
        <p:spPr>
          <a:xfrm>
            <a:off x="537233" y="1498933"/>
            <a:ext cx="3667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537233" y="6271933"/>
            <a:ext cx="3667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67" y="1356967"/>
            <a:ext cx="5471967" cy="51568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1173967" y="1843833"/>
            <a:ext cx="2348000" cy="4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 b="1" dirty="0"/>
              <a:t>게임 - 정보</a:t>
            </a:r>
            <a:endParaRPr sz="4000" b="1" dirty="0"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5969633" y="1536633"/>
            <a:ext cx="5806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indent="-434329">
              <a:buSzPct val="100000"/>
            </a:pPr>
            <a:r>
              <a:rPr lang="en-US" altLang="ja-JP" sz="2400" b="1" dirty="0">
                <a:latin typeface="+mj-lt"/>
              </a:rPr>
              <a:t>Health</a:t>
            </a:r>
            <a:r>
              <a:rPr lang="en" sz="2400" b="1" dirty="0">
                <a:latin typeface="+mj-lt"/>
              </a:rPr>
              <a:t>: </a:t>
            </a:r>
            <a:r>
              <a:rPr lang="en-US" altLang="ko-KR" sz="2400" b="0" i="0" dirty="0">
                <a:solidFill>
                  <a:schemeClr val="tx1"/>
                </a:solidFill>
                <a:effectLst/>
                <a:latin typeface="+mj-lt"/>
              </a:rPr>
              <a:t>3</a:t>
            </a:r>
            <a:r>
              <a:rPr lang="ko-KR" altLang="en-US" sz="2400" b="0" i="0" dirty="0">
                <a:solidFill>
                  <a:schemeClr val="tx1"/>
                </a:solidFill>
                <a:effectLst/>
                <a:latin typeface="+mj-lt"/>
              </a:rPr>
              <a:t>개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 가지고 있다</a:t>
            </a:r>
            <a:r>
              <a:rPr lang="en-MY" altLang="ko-KR" sz="2400" dirty="0">
                <a:solidFill>
                  <a:srgbClr val="000000"/>
                </a:solidFill>
                <a:latin typeface="+mj-lt"/>
              </a:rPr>
              <a:t>.</a:t>
            </a:r>
            <a:r>
              <a:rPr lang="ko-KR" altLang="en-US" sz="2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0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이면 </a:t>
            </a:r>
            <a:r>
              <a:rPr lang="ko-KR" altLang="en-US" sz="2400" b="0" i="0" dirty="0">
                <a:solidFill>
                  <a:srgbClr val="FF0000"/>
                </a:solidFill>
                <a:effectLst/>
                <a:latin typeface="+mj-lt"/>
              </a:rPr>
              <a:t>게임 오버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. NPC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와 충돌하면 </a:t>
            </a:r>
            <a:r>
              <a:rPr lang="ko-KR" altLang="en-US" sz="2400" b="0" i="0" dirty="0">
                <a:solidFill>
                  <a:srgbClr val="FF0000"/>
                </a:solidFill>
                <a:effectLst/>
                <a:latin typeface="+mj-lt"/>
              </a:rPr>
              <a:t>게임 오버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indent="-434329">
              <a:buSzPct val="100000"/>
            </a:pPr>
            <a:r>
              <a:rPr lang="en-US" altLang="ja-JP" sz="2400" b="1" dirty="0">
                <a:latin typeface="+mj-lt"/>
              </a:rPr>
              <a:t>Score</a:t>
            </a:r>
            <a:r>
              <a:rPr lang="en" sz="2400" b="1" dirty="0">
                <a:latin typeface="+mj-lt"/>
              </a:rPr>
              <a:t>: </a:t>
            </a:r>
            <a:r>
              <a:rPr lang="en-MY" sz="2400" b="0" i="0" dirty="0">
                <a:solidFill>
                  <a:srgbClr val="000000"/>
                </a:solidFill>
                <a:effectLst/>
                <a:latin typeface="+mj-lt"/>
              </a:rPr>
              <a:t>NPC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죽으면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  <a:ea typeface="MS Mincho" panose="02020609040205080304" pitchFamily="49" charset="-128"/>
              </a:rPr>
              <a:t>+10.</a:t>
            </a:r>
          </a:p>
          <a:p>
            <a:pPr indent="-434329">
              <a:buSzPct val="100000"/>
            </a:pP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indent="-434329">
              <a:buSzPct val="100000"/>
            </a:pP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indent="-434329">
              <a:buSzPct val="100000"/>
            </a:pPr>
            <a:r>
              <a:rPr lang="ko-KR" altLang="en-US" sz="2400" b="1" i="0" dirty="0">
                <a:solidFill>
                  <a:schemeClr val="bg2"/>
                </a:solidFill>
                <a:effectLst/>
                <a:latin typeface="+mj-lt"/>
              </a:rPr>
              <a:t>에일리언</a:t>
            </a:r>
            <a:r>
              <a:rPr lang="en-US" altLang="ko-KR" sz="2400" b="1" i="0" dirty="0">
                <a:solidFill>
                  <a:schemeClr val="bg2"/>
                </a:solidFill>
                <a:effectLst/>
                <a:latin typeface="+mj-lt"/>
              </a:rPr>
              <a:t>:</a:t>
            </a:r>
            <a:r>
              <a:rPr lang="en" sz="2400" b="1" dirty="0">
                <a:solidFill>
                  <a:schemeClr val="bg2"/>
                </a:solidFill>
                <a:latin typeface="+mj-lt"/>
              </a:rPr>
              <a:t> </a:t>
            </a:r>
            <a:r>
              <a:rPr lang="ko-KR" altLang="en-US" sz="2400" b="1" i="0" dirty="0">
                <a:solidFill>
                  <a:srgbClr val="00B050"/>
                </a:solidFill>
                <a:effectLst/>
                <a:latin typeface="+mj-lt"/>
              </a:rPr>
              <a:t>그린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NPC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는 건강이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1, </a:t>
            </a:r>
          </a:p>
          <a:p>
            <a:pPr marL="175256" indent="0">
              <a:buSzPct val="100000"/>
              <a:buNone/>
            </a:pP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                      </a:t>
            </a:r>
            <a:r>
              <a:rPr lang="ko-KR" altLang="en-US" sz="2400" b="1" i="0" dirty="0">
                <a:solidFill>
                  <a:srgbClr val="7030A0"/>
                </a:solidFill>
                <a:effectLst/>
                <a:latin typeface="+mj-lt"/>
              </a:rPr>
              <a:t>퍼플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NPC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+mj-lt"/>
              </a:rPr>
              <a:t>는 건강이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+mj-lt"/>
              </a:rPr>
              <a:t>2</a:t>
            </a:r>
          </a:p>
          <a:p>
            <a:pPr indent="-434329">
              <a:buSzPct val="100000"/>
            </a:pPr>
            <a:r>
              <a:rPr lang="en" sz="2400" b="1" dirty="0">
                <a:latin typeface="+mj-lt"/>
              </a:rPr>
              <a:t>총알: </a:t>
            </a:r>
            <a:r>
              <a:rPr lang="en-MY" sz="2400" dirty="0">
                <a:solidFill>
                  <a:schemeClr val="tx1"/>
                </a:solidFill>
                <a:latin typeface="+mj-lt"/>
              </a:rPr>
              <a:t>bullet</a:t>
            </a: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indent="-434329">
              <a:buSzPct val="100000"/>
            </a:pP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indent="-434329">
              <a:buSzPct val="100000"/>
            </a:pP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indent="-434329">
              <a:buSzPct val="100000"/>
            </a:pPr>
            <a:r>
              <a:rPr lang="en" sz="2400" b="1" dirty="0">
                <a:solidFill>
                  <a:schemeClr val="bg2"/>
                </a:solidFill>
                <a:latin typeface="+mj-lt"/>
              </a:rPr>
              <a:t>우주선: </a:t>
            </a:r>
            <a:r>
              <a:rPr lang="ko-KR" altLang="en-US" sz="2400" dirty="0">
                <a:solidFill>
                  <a:schemeClr val="tx1"/>
                </a:solidFill>
                <a:latin typeface="+mj-lt"/>
              </a:rPr>
              <a:t>플레이어</a:t>
            </a:r>
            <a:endParaRPr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067867" y="1744333"/>
            <a:ext cx="382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defTabSz="1219170">
              <a:buClr>
                <a:srgbClr val="000000"/>
              </a:buClr>
            </a:pPr>
            <a:r>
              <a:rPr lang="en" sz="667" kern="0">
                <a:solidFill>
                  <a:srgbClr val="6AA84F"/>
                </a:solidFill>
                <a:latin typeface="Arial"/>
                <a:cs typeface="Arial"/>
                <a:sym typeface="Arial"/>
              </a:rPr>
              <a:t>※       ※       ※       ※       ※      ※       ※       ※       ※       ※</a:t>
            </a:r>
            <a:endParaRPr sz="667" kern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sz="667" kern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sz="667" kern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" sz="667" kern="0">
                <a:solidFill>
                  <a:srgbClr val="6AA84F"/>
                </a:solidFill>
                <a:latin typeface="Arial"/>
                <a:cs typeface="Arial"/>
                <a:sym typeface="Arial"/>
              </a:rPr>
              <a:t>※       ※       ※       ※       ※      ※       ※       ※       ※       ※</a:t>
            </a:r>
            <a:endParaRPr sz="667" kern="0">
              <a:solidFill>
                <a:srgbClr val="6AA84F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97" name="Google Shape;97;p16"/>
          <p:cNvCxnSpPr/>
          <p:nvPr/>
        </p:nvCxnSpPr>
        <p:spPr>
          <a:xfrm>
            <a:off x="570400" y="1432600"/>
            <a:ext cx="378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6"/>
          <p:cNvCxnSpPr/>
          <p:nvPr/>
        </p:nvCxnSpPr>
        <p:spPr>
          <a:xfrm>
            <a:off x="570400" y="6351533"/>
            <a:ext cx="37740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6"/>
          <p:cNvSpPr/>
          <p:nvPr/>
        </p:nvSpPr>
        <p:spPr>
          <a:xfrm>
            <a:off x="1134167" y="1797400"/>
            <a:ext cx="2388000" cy="5040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>
            <a:off x="3528500" y="2049433"/>
            <a:ext cx="1094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6"/>
          <p:cNvSpPr/>
          <p:nvPr/>
        </p:nvSpPr>
        <p:spPr>
          <a:xfrm>
            <a:off x="2407600" y="2564367"/>
            <a:ext cx="112800" cy="1748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1173967" y="5659333"/>
            <a:ext cx="112800" cy="1748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7" name="Google Shape;107;p16"/>
          <p:cNvCxnSpPr>
            <a:cxnSpLocks/>
            <a:stCxn id="105" idx="0"/>
          </p:cNvCxnSpPr>
          <p:nvPr/>
        </p:nvCxnSpPr>
        <p:spPr>
          <a:xfrm rot="10800000" flipH="1">
            <a:off x="1230367" y="2666133"/>
            <a:ext cx="14400" cy="299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6"/>
          <p:cNvCxnSpPr>
            <a:cxnSpLocks/>
            <a:endCxn id="104" idx="1"/>
          </p:cNvCxnSpPr>
          <p:nvPr/>
        </p:nvCxnSpPr>
        <p:spPr>
          <a:xfrm rot="10800000" flipH="1">
            <a:off x="1240400" y="2651767"/>
            <a:ext cx="1167200" cy="1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6"/>
          <p:cNvSpPr/>
          <p:nvPr/>
        </p:nvSpPr>
        <p:spPr>
          <a:xfrm>
            <a:off x="2401000" y="5778733"/>
            <a:ext cx="112800" cy="1748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13" name="Google Shape;113;p16"/>
          <p:cNvCxnSpPr/>
          <p:nvPr/>
        </p:nvCxnSpPr>
        <p:spPr>
          <a:xfrm>
            <a:off x="2444200" y="5696742"/>
            <a:ext cx="3800400" cy="13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4" name="Google Shape;114;p16"/>
          <p:cNvSpPr/>
          <p:nvPr/>
        </p:nvSpPr>
        <p:spPr>
          <a:xfrm>
            <a:off x="4861400" y="1689967"/>
            <a:ext cx="816000" cy="2200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861400" y="1962633"/>
            <a:ext cx="816000" cy="2200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16" name="Google Shape;116;p16"/>
          <p:cNvCxnSpPr/>
          <p:nvPr/>
        </p:nvCxnSpPr>
        <p:spPr>
          <a:xfrm>
            <a:off x="5677400" y="1843833"/>
            <a:ext cx="590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B71532-3353-BD97-F922-77A0B9054ED0}"/>
              </a:ext>
            </a:extLst>
          </p:cNvPr>
          <p:cNvCxnSpPr>
            <a:stCxn id="115" idx="3"/>
          </p:cNvCxnSpPr>
          <p:nvPr/>
        </p:nvCxnSpPr>
        <p:spPr>
          <a:xfrm>
            <a:off x="5677400" y="2072633"/>
            <a:ext cx="0" cy="5739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802D71-02BF-0741-4843-5BD066267807}"/>
              </a:ext>
            </a:extLst>
          </p:cNvPr>
          <p:cNvCxnSpPr/>
          <p:nvPr/>
        </p:nvCxnSpPr>
        <p:spPr>
          <a:xfrm>
            <a:off x="5677400" y="2646567"/>
            <a:ext cx="76969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16D84F-6AA7-8244-E428-FF5FC0FB68A8}"/>
              </a:ext>
            </a:extLst>
          </p:cNvPr>
          <p:cNvCxnSpPr/>
          <p:nvPr/>
        </p:nvCxnSpPr>
        <p:spPr>
          <a:xfrm>
            <a:off x="4622900" y="2049400"/>
            <a:ext cx="0" cy="18859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DE9655-722F-8B64-E1F3-AAA1A3E54547}"/>
              </a:ext>
            </a:extLst>
          </p:cNvPr>
          <p:cNvCxnSpPr/>
          <p:nvPr/>
        </p:nvCxnSpPr>
        <p:spPr>
          <a:xfrm>
            <a:off x="4622900" y="3935385"/>
            <a:ext cx="173160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2DD7A3-DC0D-E8B5-6408-F42A6947B9C3}"/>
              </a:ext>
            </a:extLst>
          </p:cNvPr>
          <p:cNvCxnSpPr>
            <a:stCxn id="104" idx="3"/>
          </p:cNvCxnSpPr>
          <p:nvPr/>
        </p:nvCxnSpPr>
        <p:spPr>
          <a:xfrm>
            <a:off x="2520400" y="2651767"/>
            <a:ext cx="1414992" cy="1436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CB5CE2-131E-D53B-BE5F-244A0DD3CFA4}"/>
              </a:ext>
            </a:extLst>
          </p:cNvPr>
          <p:cNvCxnSpPr>
            <a:cxnSpLocks/>
          </p:cNvCxnSpPr>
          <p:nvPr/>
        </p:nvCxnSpPr>
        <p:spPr>
          <a:xfrm>
            <a:off x="3935392" y="2646567"/>
            <a:ext cx="0" cy="193700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7E3D7E-B13F-A0D2-A47A-4347BF9C95A8}"/>
              </a:ext>
            </a:extLst>
          </p:cNvPr>
          <p:cNvCxnSpPr/>
          <p:nvPr/>
        </p:nvCxnSpPr>
        <p:spPr>
          <a:xfrm>
            <a:off x="3935392" y="4583575"/>
            <a:ext cx="241910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24B6A0A-CA29-F084-BBDD-2F5BDA7EA326}"/>
              </a:ext>
            </a:extLst>
          </p:cNvPr>
          <p:cNvCxnSpPr/>
          <p:nvPr/>
        </p:nvCxnSpPr>
        <p:spPr>
          <a:xfrm flipV="1">
            <a:off x="2444200" y="5696742"/>
            <a:ext cx="0" cy="819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 b="1" dirty="0"/>
              <a:t>게임 - 목표</a:t>
            </a:r>
            <a:endParaRPr sz="4000" b="1"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6058700" y="1536633"/>
            <a:ext cx="6001220" cy="491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spcAft>
                <a:spcPts val="1600"/>
              </a:spcAft>
              <a:buNone/>
            </a:pPr>
            <a:r>
              <a:rPr lang="en-MY" altLang="ko-KR" sz="3200" b="0" i="0" dirty="0">
                <a:solidFill>
                  <a:schemeClr val="tx1"/>
                </a:solidFill>
                <a:effectLst/>
                <a:latin typeface="noto"/>
              </a:rPr>
              <a:t>1. </a:t>
            </a:r>
            <a:r>
              <a:rPr lang="ko-KR" altLang="en-US" sz="3200" b="0" i="0" dirty="0">
                <a:solidFill>
                  <a:schemeClr val="tx1"/>
                </a:solidFill>
                <a:effectLst/>
                <a:latin typeface="noto"/>
              </a:rPr>
              <a:t>에일리언 총알 피</a:t>
            </a:r>
            <a:r>
              <a:rPr lang="ko-KR" altLang="en-US" sz="3200" dirty="0">
                <a:solidFill>
                  <a:schemeClr val="tx1"/>
                </a:solidFill>
                <a:latin typeface="noto"/>
              </a:rPr>
              <a:t>함</a:t>
            </a:r>
            <a:endParaRPr lang="en-MY" altLang="ko-KR" sz="3200" b="0" i="0" dirty="0">
              <a:solidFill>
                <a:schemeClr val="tx1"/>
              </a:solidFill>
              <a:effectLst/>
              <a:latin typeface="noto"/>
            </a:endParaRPr>
          </a:p>
          <a:p>
            <a:pPr marL="0" indent="0">
              <a:lnSpc>
                <a:spcPct val="170000"/>
              </a:lnSpc>
              <a:spcAft>
                <a:spcPts val="1600"/>
              </a:spcAft>
              <a:buNone/>
            </a:pPr>
            <a:r>
              <a:rPr lang="en-MY" altLang="ko-KR" sz="3200" b="0" i="0" dirty="0">
                <a:solidFill>
                  <a:schemeClr val="tx1"/>
                </a:solidFill>
                <a:effectLst/>
                <a:latin typeface="noto"/>
              </a:rPr>
              <a:t>2.</a:t>
            </a:r>
            <a:r>
              <a:rPr lang="ko-KR" altLang="en-US" sz="3200" b="0" i="0" dirty="0">
                <a:solidFill>
                  <a:schemeClr val="tx1"/>
                </a:solidFill>
                <a:effectLst/>
                <a:latin typeface="noto"/>
              </a:rPr>
              <a:t> </a:t>
            </a:r>
            <a:r>
              <a:rPr lang="ko-KR" altLang="en-US" sz="3200" b="0" i="0" dirty="0">
                <a:solidFill>
                  <a:srgbClr val="000000"/>
                </a:solidFill>
                <a:effectLst/>
                <a:latin typeface="noto"/>
              </a:rPr>
              <a:t>플레이어와 충돌하기 전에 </a:t>
            </a:r>
            <a:r>
              <a:rPr lang="ko-KR" altLang="en-US" sz="3200" b="0" i="0" dirty="0">
                <a:solidFill>
                  <a:schemeClr val="tx1"/>
                </a:solidFill>
                <a:effectLst/>
                <a:latin typeface="noto"/>
              </a:rPr>
              <a:t>에일리언</a:t>
            </a:r>
            <a:r>
              <a:rPr lang="ko-KR" altLang="en-US" sz="3200" b="0" i="0" dirty="0">
                <a:solidFill>
                  <a:srgbClr val="000000"/>
                </a:solidFill>
                <a:effectLst/>
                <a:latin typeface="noto"/>
              </a:rPr>
              <a:t>을 피함</a:t>
            </a:r>
            <a:endParaRPr lang="en-MY" altLang="ko-KR" sz="3200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0" indent="0">
              <a:lnSpc>
                <a:spcPct val="170000"/>
              </a:lnSpc>
              <a:spcAft>
                <a:spcPts val="1600"/>
              </a:spcAft>
              <a:buNone/>
            </a:pPr>
            <a:r>
              <a:rPr lang="en-MY" altLang="ko-KR" sz="3200" b="0" i="0" dirty="0">
                <a:solidFill>
                  <a:schemeClr val="tx1"/>
                </a:solidFill>
                <a:effectLst/>
                <a:latin typeface="noto"/>
              </a:rPr>
              <a:t>3. </a:t>
            </a:r>
            <a:r>
              <a:rPr lang="ko-KR" altLang="en-US" sz="3200" b="0" i="0" dirty="0">
                <a:solidFill>
                  <a:schemeClr val="tx1"/>
                </a:solidFill>
                <a:effectLst/>
                <a:latin typeface="noto"/>
              </a:rPr>
              <a:t>모든 에일리언을 파괴함</a:t>
            </a:r>
            <a:endParaRPr lang="en-MY" altLang="ko-KR" sz="3200" b="0" i="0" dirty="0">
              <a:solidFill>
                <a:schemeClr val="tx1"/>
              </a:solidFill>
              <a:effectLst/>
              <a:latin typeface="noto"/>
            </a:endParaRPr>
          </a:p>
          <a:p>
            <a:pPr marL="0" indent="0">
              <a:lnSpc>
                <a:spcPct val="170000"/>
              </a:lnSpc>
              <a:spcAft>
                <a:spcPts val="1600"/>
              </a:spcAft>
              <a:buNone/>
            </a:pPr>
            <a:r>
              <a:rPr lang="en-MY" altLang="ko-KR" sz="3200" dirty="0">
                <a:solidFill>
                  <a:schemeClr val="tx1"/>
                </a:solidFill>
                <a:latin typeface="noto"/>
              </a:rPr>
              <a:t>4. </a:t>
            </a:r>
            <a:r>
              <a:rPr lang="ko-KR" altLang="en-US" sz="3200" b="0" i="0" dirty="0">
                <a:solidFill>
                  <a:schemeClr val="tx1"/>
                </a:solidFill>
                <a:effectLst/>
                <a:latin typeface="noto"/>
              </a:rPr>
              <a:t>지구를 구함</a:t>
            </a:r>
            <a:endParaRPr lang="en-MY" altLang="ko-KR" sz="3200" b="1" i="0" u="sng" dirty="0">
              <a:solidFill>
                <a:srgbClr val="000000"/>
              </a:solidFill>
              <a:effectLst/>
              <a:latin typeface="no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2" y="1406105"/>
            <a:ext cx="5524667" cy="520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1233633" y="1923433"/>
            <a:ext cx="2368000" cy="3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120933" y="1817267"/>
            <a:ext cx="3820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defTabSz="1219170">
              <a:buClr>
                <a:srgbClr val="000000"/>
              </a:buClr>
            </a:pPr>
            <a:r>
              <a:rPr lang="en" sz="667" kern="0" dirty="0">
                <a:solidFill>
                  <a:srgbClr val="6AA84F"/>
                </a:solidFill>
                <a:latin typeface="Arial"/>
                <a:cs typeface="Arial"/>
                <a:sym typeface="Arial"/>
              </a:rPr>
              <a:t>※       ※       ※       ※       ※      ※       ※       ※       ※       ※</a:t>
            </a:r>
            <a:endParaRPr sz="667" kern="0" dirty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sz="667" kern="0" dirty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sz="667" kern="0" dirty="0">
              <a:solidFill>
                <a:srgbClr val="6AA84F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" sz="667" kern="0" dirty="0">
                <a:solidFill>
                  <a:srgbClr val="6AA84F"/>
                </a:solidFill>
                <a:latin typeface="Arial"/>
                <a:cs typeface="Arial"/>
                <a:sym typeface="Arial"/>
              </a:rPr>
              <a:t>※       ※       ※       ※       ※      ※       ※       ※       ※       ※</a:t>
            </a:r>
            <a:endParaRPr sz="667" kern="0" dirty="0">
              <a:solidFill>
                <a:srgbClr val="6AA84F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27" name="Google Shape;127;p17"/>
          <p:cNvCxnSpPr/>
          <p:nvPr/>
        </p:nvCxnSpPr>
        <p:spPr>
          <a:xfrm>
            <a:off x="596933" y="1485633"/>
            <a:ext cx="3853600" cy="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7"/>
          <p:cNvCxnSpPr/>
          <p:nvPr/>
        </p:nvCxnSpPr>
        <p:spPr>
          <a:xfrm>
            <a:off x="596933" y="6451033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ko-KR" altLang="en-US" b="1" dirty="0"/>
              <a:t>보스 스테이지</a:t>
            </a:r>
            <a:r>
              <a:rPr lang="en-US" altLang="ko-KR" b="1" dirty="0"/>
              <a:t>- </a:t>
            </a:r>
            <a:r>
              <a:rPr lang="ko-KR" altLang="en-US" b="1" dirty="0"/>
              <a:t>정보</a:t>
            </a:r>
            <a:endParaRPr b="1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5934512" y="1472567"/>
            <a:ext cx="584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20000"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보스 스테이지는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3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단계로 나눌 수 있다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벽은 플레이어가 파괴할 수 없다</a:t>
            </a:r>
            <a:br>
              <a:rPr lang="ko-KR" altLang="en-US" dirty="0"/>
            </a:b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하트를 모으면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플레이어의 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HP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를 완전히 가득 채울 것인다</a:t>
            </a: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HP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바는 보스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LGUN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RGUN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의 헬스를 표시한다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583667" y="1465767"/>
            <a:ext cx="3840400" cy="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>
            <a:off x="593667" y="6417867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019A829-0645-7A55-24EA-391B55B9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1465766"/>
            <a:ext cx="4999281" cy="5235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02148-5144-2570-C796-B3A8B60E6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91" y="4504945"/>
            <a:ext cx="228632" cy="409632"/>
          </a:xfrm>
          <a:prstGeom prst="rect">
            <a:avLst/>
          </a:prstGeom>
        </p:spPr>
      </p:pic>
      <p:sp>
        <p:nvSpPr>
          <p:cNvPr id="9" name="Google Shape;99;p16">
            <a:extLst>
              <a:ext uri="{FF2B5EF4-FFF2-40B4-BE49-F238E27FC236}">
                <a16:creationId xmlns:a16="http://schemas.microsoft.com/office/drawing/2014/main" id="{48EE98AD-33A3-BC1A-4BF5-D1A92E1D54BE}"/>
              </a:ext>
            </a:extLst>
          </p:cNvPr>
          <p:cNvSpPr/>
          <p:nvPr/>
        </p:nvSpPr>
        <p:spPr>
          <a:xfrm>
            <a:off x="475482" y="6012633"/>
            <a:ext cx="3820400" cy="504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" name="Google Shape;100;p16">
            <a:extLst>
              <a:ext uri="{FF2B5EF4-FFF2-40B4-BE49-F238E27FC236}">
                <a16:creationId xmlns:a16="http://schemas.microsoft.com/office/drawing/2014/main" id="{8EE1F889-3943-CBDB-F028-2A549AB94905}"/>
              </a:ext>
            </a:extLst>
          </p:cNvPr>
          <p:cNvCxnSpPr>
            <a:cxnSpLocks/>
          </p:cNvCxnSpPr>
          <p:nvPr/>
        </p:nvCxnSpPr>
        <p:spPr>
          <a:xfrm flipV="1">
            <a:off x="4288913" y="4818560"/>
            <a:ext cx="1807087" cy="141997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99;p16">
            <a:extLst>
              <a:ext uri="{FF2B5EF4-FFF2-40B4-BE49-F238E27FC236}">
                <a16:creationId xmlns:a16="http://schemas.microsoft.com/office/drawing/2014/main" id="{94BDB024-3F4A-1BB4-8109-40CA76843FF4}"/>
              </a:ext>
            </a:extLst>
          </p:cNvPr>
          <p:cNvSpPr/>
          <p:nvPr/>
        </p:nvSpPr>
        <p:spPr>
          <a:xfrm>
            <a:off x="1506746" y="2504946"/>
            <a:ext cx="1365849" cy="504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7" name="Google Shape;100;p16">
            <a:extLst>
              <a:ext uri="{FF2B5EF4-FFF2-40B4-BE49-F238E27FC236}">
                <a16:creationId xmlns:a16="http://schemas.microsoft.com/office/drawing/2014/main" id="{7AA96F1B-1EA7-D202-8070-B756499A0267}"/>
              </a:ext>
            </a:extLst>
          </p:cNvPr>
          <p:cNvCxnSpPr>
            <a:cxnSpLocks/>
          </p:cNvCxnSpPr>
          <p:nvPr/>
        </p:nvCxnSpPr>
        <p:spPr>
          <a:xfrm flipV="1">
            <a:off x="1354347" y="3750167"/>
            <a:ext cx="4741653" cy="959594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3C8C96D-D6DB-9DF7-959F-1E8BFB64C658}"/>
              </a:ext>
            </a:extLst>
          </p:cNvPr>
          <p:cNvSpPr txBox="1"/>
          <p:nvPr/>
        </p:nvSpPr>
        <p:spPr>
          <a:xfrm>
            <a:off x="475482" y="2863970"/>
            <a:ext cx="75068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LGUN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68424A-38E7-7BA2-9D76-0EE5254EFE5C}"/>
              </a:ext>
            </a:extLst>
          </p:cNvPr>
          <p:cNvSpPr txBox="1"/>
          <p:nvPr/>
        </p:nvSpPr>
        <p:spPr>
          <a:xfrm>
            <a:off x="3077784" y="2863970"/>
            <a:ext cx="75068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RGUN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3EA83A-AB1E-D288-4C3A-AA60F231AA27}"/>
              </a:ext>
            </a:extLst>
          </p:cNvPr>
          <p:cNvSpPr txBox="1"/>
          <p:nvPr/>
        </p:nvSpPr>
        <p:spPr>
          <a:xfrm>
            <a:off x="2424979" y="1281099"/>
            <a:ext cx="75068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BOSS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15E340-5775-2CC2-B953-591B8F3B3A58}"/>
              </a:ext>
            </a:extLst>
          </p:cNvPr>
          <p:cNvSpPr txBox="1"/>
          <p:nvPr/>
        </p:nvSpPr>
        <p:spPr>
          <a:xfrm>
            <a:off x="1966698" y="3161346"/>
            <a:ext cx="370549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벽</a:t>
            </a:r>
            <a:endParaRPr lang="en-US" dirty="0"/>
          </a:p>
        </p:txBody>
      </p:sp>
      <p:sp>
        <p:nvSpPr>
          <p:cNvPr id="28" name="Google Shape;99;p16">
            <a:extLst>
              <a:ext uri="{FF2B5EF4-FFF2-40B4-BE49-F238E27FC236}">
                <a16:creationId xmlns:a16="http://schemas.microsoft.com/office/drawing/2014/main" id="{E3774E9C-32A9-3838-30A1-95892D3DFDC1}"/>
              </a:ext>
            </a:extLst>
          </p:cNvPr>
          <p:cNvSpPr/>
          <p:nvPr/>
        </p:nvSpPr>
        <p:spPr>
          <a:xfrm>
            <a:off x="583667" y="4504944"/>
            <a:ext cx="750680" cy="504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9" name="Google Shape;100;p16">
            <a:extLst>
              <a:ext uri="{FF2B5EF4-FFF2-40B4-BE49-F238E27FC236}">
                <a16:creationId xmlns:a16="http://schemas.microsoft.com/office/drawing/2014/main" id="{A2EC2DD9-CE50-2CAA-DA5E-C54149CB5B98}"/>
              </a:ext>
            </a:extLst>
          </p:cNvPr>
          <p:cNvCxnSpPr>
            <a:cxnSpLocks/>
          </p:cNvCxnSpPr>
          <p:nvPr/>
        </p:nvCxnSpPr>
        <p:spPr>
          <a:xfrm flipV="1">
            <a:off x="2160427" y="3028321"/>
            <a:ext cx="69109" cy="157252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963576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ko-KR" altLang="en-US" b="1" dirty="0"/>
              <a:t>보스 스테이지</a:t>
            </a:r>
            <a:r>
              <a:rPr lang="en-US" altLang="ko-KR" b="1" dirty="0"/>
              <a:t>- 1</a:t>
            </a:r>
            <a:r>
              <a:rPr lang="ko-KR" altLang="en-US" b="1" dirty="0"/>
              <a:t>단계 목표</a:t>
            </a:r>
            <a:endParaRPr b="1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5934512" y="1472567"/>
            <a:ext cx="584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LGUN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RGUN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은 위치에 따라 선수를 쏠 것이다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dirty="0">
                <a:solidFill>
                  <a:srgbClr val="000000"/>
                </a:solidFill>
                <a:latin typeface="noto"/>
              </a:rPr>
              <a:t>스테이지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과 스테이지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와 마찬가지로 </a:t>
            </a:r>
            <a:r>
              <a:rPr lang="ko-KR" altLang="en-US" dirty="0" err="1">
                <a:solidFill>
                  <a:srgbClr val="000000"/>
                </a:solidFill>
                <a:latin typeface="noto"/>
              </a:rPr>
              <a:t>에일이언의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 쏜 총알을 피해해야 한다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endParaRPr lang="en-US" altLang="ko-KR" dirty="0">
              <a:solidFill>
                <a:srgbClr val="000000"/>
              </a:solidFill>
              <a:latin typeface="noto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583667" y="1465767"/>
            <a:ext cx="3840400" cy="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>
            <a:off x="593667" y="6417867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019A829-0645-7A55-24EA-391B55B9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1465766"/>
            <a:ext cx="4999281" cy="5235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02148-5144-2570-C796-B3A8B60E6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91" y="4504945"/>
            <a:ext cx="228632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53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7A4B6-DC02-4687-056B-A72B0CC5F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18" y="1281099"/>
            <a:ext cx="5068753" cy="5365031"/>
          </a:xfrm>
          <a:prstGeom prst="rect">
            <a:avLst/>
          </a:prstGeom>
        </p:spPr>
      </p:pic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ko-KR" altLang="en-US" b="1" dirty="0"/>
              <a:t>보스 스테이지</a:t>
            </a:r>
            <a:r>
              <a:rPr lang="en-US" altLang="ko-KR" b="1" dirty="0"/>
              <a:t>- 2</a:t>
            </a:r>
            <a:r>
              <a:rPr lang="ko-KR" altLang="en-US" b="1" dirty="0"/>
              <a:t>단계 목표</a:t>
            </a:r>
            <a:endParaRPr b="1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5934512" y="1472567"/>
            <a:ext cx="584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LGUN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또는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RGUN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중 하나가 낮은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HP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 상태에 도달하면 빠른 속도로 플레이어를 향해 아래로 이동한다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플레이어가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LGUN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RGUN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을 모두 죽이면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3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단계가 시작된다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</p:txBody>
      </p:sp>
      <p:cxnSp>
        <p:nvCxnSpPr>
          <p:cNvPr id="137" name="Google Shape;137;p18"/>
          <p:cNvCxnSpPr/>
          <p:nvPr/>
        </p:nvCxnSpPr>
        <p:spPr>
          <a:xfrm>
            <a:off x="593667" y="6417867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0038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ko-KR" altLang="en-US" b="1" dirty="0"/>
              <a:t>보스 스테이지</a:t>
            </a:r>
            <a:r>
              <a:rPr lang="en-US" altLang="ko-KR" b="1" dirty="0"/>
              <a:t>- 3</a:t>
            </a:r>
            <a:r>
              <a:rPr lang="ko-KR" altLang="en-US" b="1" dirty="0"/>
              <a:t>단계 목표</a:t>
            </a:r>
            <a:endParaRPr b="1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5934512" y="1472567"/>
            <a:ext cx="584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벽은 파괴되고 플레이어의 위치를 따라 총알로 변한다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플레이어가 보스를 죽이면</a:t>
            </a:r>
            <a:r>
              <a:rPr lang="en-US" altLang="ko-KR" dirty="0">
                <a:solidFill>
                  <a:srgbClr val="000000"/>
                </a:solidFill>
                <a:latin typeface="noto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noto"/>
              </a:rPr>
              <a:t>승리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152396" indent="0">
              <a:buNone/>
            </a:pP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algn="l"/>
            <a:endParaRPr lang="ko-KR" altLang="en-US" b="0" i="0" dirty="0">
              <a:solidFill>
                <a:srgbClr val="000000"/>
              </a:solidFill>
              <a:effectLst/>
              <a:latin typeface="noto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>
            <a:off x="593667" y="6417867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1B99AA-46A0-1F12-0676-3A1D85F12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88" y="1472567"/>
            <a:ext cx="4952600" cy="526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807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b="1" dirty="0"/>
              <a:t>게임 오버/승리 화면</a:t>
            </a:r>
            <a:endParaRPr b="1" dirty="0"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5929833" y="1536633"/>
            <a:ext cx="584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dirty="0"/>
              <a:t>플레이어는 다시 시작하기</a:t>
            </a:r>
            <a:endParaRPr lang="en-MY" altLang="ko-KR" dirty="0"/>
          </a:p>
          <a:p>
            <a:pPr marL="457200" indent="-457200">
              <a:lnSpc>
                <a:spcPct val="150000"/>
              </a:lnSpc>
              <a:spcAft>
                <a:spcPts val="1600"/>
              </a:spcAft>
            </a:pPr>
            <a:r>
              <a:rPr lang="ko-KR" altLang="en-US" dirty="0"/>
              <a:t>메인 메뉴로 돌아갈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867" y="1392833"/>
            <a:ext cx="5415965" cy="512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8"/>
          <p:cNvCxnSpPr/>
          <p:nvPr/>
        </p:nvCxnSpPr>
        <p:spPr>
          <a:xfrm>
            <a:off x="583667" y="1465767"/>
            <a:ext cx="3840400" cy="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>
            <a:off x="593667" y="6417867"/>
            <a:ext cx="3820400" cy="2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8"/>
          <p:cNvSpPr/>
          <p:nvPr/>
        </p:nvSpPr>
        <p:spPr>
          <a:xfrm>
            <a:off x="5365700" y="1745167"/>
            <a:ext cx="497600" cy="20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39" name="Google Shape;139;p18"/>
          <p:cNvSpPr txBox="1"/>
          <p:nvPr/>
        </p:nvSpPr>
        <p:spPr>
          <a:xfrm>
            <a:off x="5262700" y="1642767"/>
            <a:ext cx="7036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067" dirty="0">
                <a:solidFill>
                  <a:srgbClr val="7C082E"/>
                </a:solidFill>
              </a:rPr>
              <a:t>♡ ♡ ♡</a:t>
            </a:r>
            <a:endParaRPr sz="1067" dirty="0">
              <a:solidFill>
                <a:srgbClr val="7C082E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420867" y="5849867"/>
            <a:ext cx="152400" cy="15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2592</Words>
  <Application>Microsoft Office PowerPoint</Application>
  <PresentationFormat>Widescreen</PresentationFormat>
  <Paragraphs>909</Paragraphs>
  <Slides>48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HelveticaNeueLT Std</vt:lpstr>
      <vt:lpstr>noto</vt:lpstr>
      <vt:lpstr>Söhne</vt:lpstr>
      <vt:lpstr>Arial</vt:lpstr>
      <vt:lpstr>Calibri</vt:lpstr>
      <vt:lpstr>Calibri Light</vt:lpstr>
      <vt:lpstr>Office Theme</vt:lpstr>
      <vt:lpstr>Simple Light</vt:lpstr>
      <vt:lpstr>Xenolith</vt:lpstr>
      <vt:lpstr>Market research/benchmark</vt:lpstr>
      <vt:lpstr>장점</vt:lpstr>
      <vt:lpstr>단점</vt:lpstr>
      <vt:lpstr>Game Genre: Shooting (슈팅)</vt:lpstr>
      <vt:lpstr>Concept Game Description Summary</vt:lpstr>
      <vt:lpstr>Fun Factor</vt:lpstr>
      <vt:lpstr>Backstory and Goal of the Game</vt:lpstr>
      <vt:lpstr>Detailed Scenario</vt:lpstr>
      <vt:lpstr>V 선택 (아이템)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Global Variable</vt:lpstr>
      <vt:lpstr>Global Variable</vt:lpstr>
      <vt:lpstr>Global Variable</vt:lpstr>
      <vt:lpstr>Global Variable</vt:lpstr>
      <vt:lpstr>Expected Game Menu</vt:lpstr>
      <vt:lpstr>XENOLITH</vt:lpstr>
      <vt:lpstr>메인 메뉴</vt:lpstr>
      <vt:lpstr>난이도 선택 화면</vt:lpstr>
      <vt:lpstr>게임 - 정보</vt:lpstr>
      <vt:lpstr>게임 - 목표</vt:lpstr>
      <vt:lpstr>보스 스테이지- 정보</vt:lpstr>
      <vt:lpstr>보스 스테이지- 1단계 목표</vt:lpstr>
      <vt:lpstr>보스 스테이지- 2단계 목표</vt:lpstr>
      <vt:lpstr>보스 스테이지- 3단계 목표</vt:lpstr>
      <vt:lpstr>게임 오버/승리 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INVADER LIKE-GAME</dc:title>
  <dc:creator>AMMAR BADRAN</dc:creator>
  <cp:lastModifiedBy>NAZIRUL HADI BIN MOHD FAUZI</cp:lastModifiedBy>
  <cp:revision>13</cp:revision>
  <dcterms:created xsi:type="dcterms:W3CDTF">2023-11-05T16:24:15Z</dcterms:created>
  <dcterms:modified xsi:type="dcterms:W3CDTF">2023-12-23T05:13:21Z</dcterms:modified>
</cp:coreProperties>
</file>